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7"/>
  </p:notesMasterIdLst>
  <p:sldIdLst>
    <p:sldId id="258" r:id="rId5"/>
    <p:sldId id="305" r:id="rId6"/>
    <p:sldId id="274" r:id="rId7"/>
    <p:sldId id="270" r:id="rId8"/>
    <p:sldId id="275" r:id="rId9"/>
    <p:sldId id="309" r:id="rId10"/>
    <p:sldId id="306" r:id="rId11"/>
    <p:sldId id="310" r:id="rId12"/>
    <p:sldId id="307" r:id="rId13"/>
    <p:sldId id="312" r:id="rId14"/>
    <p:sldId id="311" r:id="rId15"/>
    <p:sldId id="313" r:id="rId16"/>
    <p:sldId id="308" r:id="rId17"/>
    <p:sldId id="294" r:id="rId18"/>
    <p:sldId id="314" r:id="rId19"/>
    <p:sldId id="315" r:id="rId20"/>
    <p:sldId id="317" r:id="rId21"/>
    <p:sldId id="316" r:id="rId22"/>
    <p:sldId id="302" r:id="rId23"/>
    <p:sldId id="278" r:id="rId24"/>
    <p:sldId id="299" r:id="rId25"/>
    <p:sldId id="27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598" autoAdjust="0"/>
  </p:normalViewPr>
  <p:slideViewPr>
    <p:cSldViewPr snapToGrid="0">
      <p:cViewPr varScale="1">
        <p:scale>
          <a:sx n="84" d="100"/>
          <a:sy n="84" d="100"/>
        </p:scale>
        <p:origin x="566" y="72"/>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D72BFF-3F96-44AE-8522-A17182D64D33}" type="datetimeFigureOut">
              <a:rPr lang="en-US" smtClean="0"/>
              <a:t>4/21/2026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C73610-CCBA-4806-B040-7AF4F8229BA0}" type="slidenum">
              <a:rPr lang="en-US" smtClean="0"/>
              <a:t>‹#›</a:t>
            </a:fld>
            <a:endParaRPr lang="en-US" dirty="0"/>
          </a:p>
        </p:txBody>
      </p:sp>
    </p:spTree>
    <p:extLst>
      <p:ext uri="{BB962C8B-B14F-4D97-AF65-F5344CB8AC3E}">
        <p14:creationId xmlns:p14="http://schemas.microsoft.com/office/powerpoint/2010/main" val="3420535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3155276-2114-4288-A537-379EA644CDBE}" type="slidenum">
              <a:rPr lang="en-US" smtClean="0"/>
              <a:t>1</a:t>
            </a:fld>
            <a:endParaRPr lang="en-US" dirty="0"/>
          </a:p>
        </p:txBody>
      </p:sp>
    </p:spTree>
    <p:extLst>
      <p:ext uri="{BB962C8B-B14F-4D97-AF65-F5344CB8AC3E}">
        <p14:creationId xmlns:p14="http://schemas.microsoft.com/office/powerpoint/2010/main" val="898348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3155276-2114-4288-A537-379EA644CDBE}" type="slidenum">
              <a:rPr lang="en-US" smtClean="0"/>
              <a:t>5</a:t>
            </a:fld>
            <a:endParaRPr lang="en-US" dirty="0"/>
          </a:p>
        </p:txBody>
      </p:sp>
    </p:spTree>
    <p:extLst>
      <p:ext uri="{BB962C8B-B14F-4D97-AF65-F5344CB8AC3E}">
        <p14:creationId xmlns:p14="http://schemas.microsoft.com/office/powerpoint/2010/main" val="4243373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7DB85-BC7F-D0C2-9158-DA3EBAAC0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1157B-2DAE-614B-FE15-874B72C19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DF7DE-7B66-FC44-7699-BB12865E33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3A0222B-6807-3475-0219-B6FF31AAAA41}"/>
              </a:ext>
            </a:extLst>
          </p:cNvPr>
          <p:cNvSpPr>
            <a:spLocks noGrp="1"/>
          </p:cNvSpPr>
          <p:nvPr>
            <p:ph type="sldNum" sz="quarter" idx="5"/>
          </p:nvPr>
        </p:nvSpPr>
        <p:spPr/>
        <p:txBody>
          <a:bodyPr/>
          <a:lstStyle/>
          <a:p>
            <a:fld id="{63155276-2114-4288-A537-379EA644CDBE}" type="slidenum">
              <a:rPr lang="en-US" smtClean="0"/>
              <a:t>6</a:t>
            </a:fld>
            <a:endParaRPr lang="en-US" dirty="0"/>
          </a:p>
        </p:txBody>
      </p:sp>
    </p:spTree>
    <p:extLst>
      <p:ext uri="{BB962C8B-B14F-4D97-AF65-F5344CB8AC3E}">
        <p14:creationId xmlns:p14="http://schemas.microsoft.com/office/powerpoint/2010/main" val="3902750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4C204-BE70-EC6C-D82C-3125F8658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2D318-89B6-287E-6AAA-22465253C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91238-9003-FECE-3F8B-051027B181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282B3A5-9BF1-E337-C4C2-6C33F3ABCD77}"/>
              </a:ext>
            </a:extLst>
          </p:cNvPr>
          <p:cNvSpPr>
            <a:spLocks noGrp="1"/>
          </p:cNvSpPr>
          <p:nvPr>
            <p:ph type="sldNum" sz="quarter" idx="5"/>
          </p:nvPr>
        </p:nvSpPr>
        <p:spPr/>
        <p:txBody>
          <a:bodyPr/>
          <a:lstStyle/>
          <a:p>
            <a:fld id="{63155276-2114-4288-A537-379EA644CDBE}" type="slidenum">
              <a:rPr lang="en-US" smtClean="0"/>
              <a:t>10</a:t>
            </a:fld>
            <a:endParaRPr lang="en-US" dirty="0"/>
          </a:p>
        </p:txBody>
      </p:sp>
    </p:spTree>
    <p:extLst>
      <p:ext uri="{BB962C8B-B14F-4D97-AF65-F5344CB8AC3E}">
        <p14:creationId xmlns:p14="http://schemas.microsoft.com/office/powerpoint/2010/main" val="2240323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A832F76-EEF5-410D-B6F4-8650AC675FE5}"/>
              </a:ext>
            </a:extLst>
          </p:cNvPr>
          <p:cNvSpPr>
            <a:spLocks noGrp="1"/>
          </p:cNvSpPr>
          <p:nvPr>
            <p:ph type="pic" sz="quarter" idx="14"/>
          </p:nvPr>
        </p:nvSpPr>
        <p:spPr>
          <a:xfrm>
            <a:off x="-10160" y="-10160"/>
            <a:ext cx="12198985" cy="6877685"/>
          </a:xfrm>
          <a:custGeom>
            <a:avLst/>
            <a:gdLst>
              <a:gd name="connsiteX0" fmla="*/ 0 w 12188825"/>
              <a:gd name="connsiteY0" fmla="*/ 0 h 6868160"/>
              <a:gd name="connsiteX1" fmla="*/ 12188825 w 12188825"/>
              <a:gd name="connsiteY1" fmla="*/ 0 h 6868160"/>
              <a:gd name="connsiteX2" fmla="*/ 12188825 w 12188825"/>
              <a:gd name="connsiteY2" fmla="*/ 6868160 h 6868160"/>
              <a:gd name="connsiteX3" fmla="*/ 0 w 12188825"/>
              <a:gd name="connsiteY3" fmla="*/ 6868160 h 6868160"/>
              <a:gd name="connsiteX4" fmla="*/ 0 w 12188825"/>
              <a:gd name="connsiteY4" fmla="*/ 0 h 6868160"/>
              <a:gd name="connsiteX0" fmla="*/ 10160 w 12198985"/>
              <a:gd name="connsiteY0" fmla="*/ 0 h 6868160"/>
              <a:gd name="connsiteX1" fmla="*/ 12198985 w 12198985"/>
              <a:gd name="connsiteY1" fmla="*/ 0 h 6868160"/>
              <a:gd name="connsiteX2" fmla="*/ 12198985 w 12198985"/>
              <a:gd name="connsiteY2" fmla="*/ 6868160 h 6868160"/>
              <a:gd name="connsiteX3" fmla="*/ 10160 w 12198985"/>
              <a:gd name="connsiteY3" fmla="*/ 6868160 h 6868160"/>
              <a:gd name="connsiteX4" fmla="*/ 0 w 12198985"/>
              <a:gd name="connsiteY4" fmla="*/ 528320 h 6868160"/>
              <a:gd name="connsiteX5" fmla="*/ 10160 w 12198985"/>
              <a:gd name="connsiteY5" fmla="*/ 0 h 6868160"/>
              <a:gd name="connsiteX0" fmla="*/ 10160 w 12198985"/>
              <a:gd name="connsiteY0" fmla="*/ 0 h 6868160"/>
              <a:gd name="connsiteX1" fmla="*/ 12198985 w 12198985"/>
              <a:gd name="connsiteY1" fmla="*/ 0 h 6868160"/>
              <a:gd name="connsiteX2" fmla="*/ 12198985 w 12198985"/>
              <a:gd name="connsiteY2" fmla="*/ 6868160 h 6868160"/>
              <a:gd name="connsiteX3" fmla="*/ 10160 w 12198985"/>
              <a:gd name="connsiteY3" fmla="*/ 6868160 h 6868160"/>
              <a:gd name="connsiteX4" fmla="*/ 0 w 12198985"/>
              <a:gd name="connsiteY4" fmla="*/ 528320 h 6868160"/>
              <a:gd name="connsiteX5" fmla="*/ 10160 w 12198985"/>
              <a:gd name="connsiteY5" fmla="*/ 0 h 6868160"/>
              <a:gd name="connsiteX0" fmla="*/ 292064 w 12480889"/>
              <a:gd name="connsiteY0" fmla="*/ 0 h 6868160"/>
              <a:gd name="connsiteX1" fmla="*/ 12480889 w 12480889"/>
              <a:gd name="connsiteY1" fmla="*/ 0 h 6868160"/>
              <a:gd name="connsiteX2" fmla="*/ 12480889 w 12480889"/>
              <a:gd name="connsiteY2" fmla="*/ 6868160 h 6868160"/>
              <a:gd name="connsiteX3" fmla="*/ 292064 w 12480889"/>
              <a:gd name="connsiteY3" fmla="*/ 6868160 h 6868160"/>
              <a:gd name="connsiteX4" fmla="*/ 4996144 w 12480889"/>
              <a:gd name="connsiteY4" fmla="*/ 1727200 h 6868160"/>
              <a:gd name="connsiteX5" fmla="*/ 281904 w 12480889"/>
              <a:gd name="connsiteY5" fmla="*/ 528320 h 6868160"/>
              <a:gd name="connsiteX6" fmla="*/ 292064 w 12480889"/>
              <a:gd name="connsiteY6" fmla="*/ 0 h 6868160"/>
              <a:gd name="connsiteX0" fmla="*/ 292064 w 12480889"/>
              <a:gd name="connsiteY0" fmla="*/ 0 h 6868160"/>
              <a:gd name="connsiteX1" fmla="*/ 12480889 w 12480889"/>
              <a:gd name="connsiteY1" fmla="*/ 0 h 6868160"/>
              <a:gd name="connsiteX2" fmla="*/ 12480889 w 12480889"/>
              <a:gd name="connsiteY2" fmla="*/ 6868160 h 6868160"/>
              <a:gd name="connsiteX3" fmla="*/ 292064 w 12480889"/>
              <a:gd name="connsiteY3" fmla="*/ 6868160 h 6868160"/>
              <a:gd name="connsiteX4" fmla="*/ 4996144 w 12480889"/>
              <a:gd name="connsiteY4" fmla="*/ 1727200 h 6868160"/>
              <a:gd name="connsiteX5" fmla="*/ 281904 w 12480889"/>
              <a:gd name="connsiteY5" fmla="*/ 528320 h 6868160"/>
              <a:gd name="connsiteX6" fmla="*/ 292064 w 12480889"/>
              <a:gd name="connsiteY6" fmla="*/ 0 h 6868160"/>
              <a:gd name="connsiteX0" fmla="*/ 292064 w 12480889"/>
              <a:gd name="connsiteY0" fmla="*/ 0 h 6868160"/>
              <a:gd name="connsiteX1" fmla="*/ 12480889 w 12480889"/>
              <a:gd name="connsiteY1" fmla="*/ 0 h 6868160"/>
              <a:gd name="connsiteX2" fmla="*/ 12480889 w 12480889"/>
              <a:gd name="connsiteY2" fmla="*/ 6868160 h 6868160"/>
              <a:gd name="connsiteX3" fmla="*/ 292064 w 12480889"/>
              <a:gd name="connsiteY3" fmla="*/ 6868160 h 6868160"/>
              <a:gd name="connsiteX4" fmla="*/ 4996144 w 12480889"/>
              <a:gd name="connsiteY4" fmla="*/ 1727200 h 6868160"/>
              <a:gd name="connsiteX5" fmla="*/ 281904 w 12480889"/>
              <a:gd name="connsiteY5" fmla="*/ 528320 h 6868160"/>
              <a:gd name="connsiteX6" fmla="*/ 292064 w 12480889"/>
              <a:gd name="connsiteY6" fmla="*/ 0 h 6868160"/>
              <a:gd name="connsiteX0" fmla="*/ 292064 w 12480889"/>
              <a:gd name="connsiteY0" fmla="*/ 0 h 6868160"/>
              <a:gd name="connsiteX1" fmla="*/ 12480889 w 12480889"/>
              <a:gd name="connsiteY1" fmla="*/ 0 h 6868160"/>
              <a:gd name="connsiteX2" fmla="*/ 12480889 w 12480889"/>
              <a:gd name="connsiteY2" fmla="*/ 6868160 h 6868160"/>
              <a:gd name="connsiteX3" fmla="*/ 292064 w 12480889"/>
              <a:gd name="connsiteY3" fmla="*/ 6868160 h 6868160"/>
              <a:gd name="connsiteX4" fmla="*/ 4996144 w 12480889"/>
              <a:gd name="connsiteY4" fmla="*/ 1727200 h 6868160"/>
              <a:gd name="connsiteX5" fmla="*/ 281904 w 12480889"/>
              <a:gd name="connsiteY5" fmla="*/ 528320 h 6868160"/>
              <a:gd name="connsiteX6" fmla="*/ 292064 w 12480889"/>
              <a:gd name="connsiteY6" fmla="*/ 0 h 6868160"/>
              <a:gd name="connsiteX0" fmla="*/ 198195 w 12387020"/>
              <a:gd name="connsiteY0" fmla="*/ 0 h 6868160"/>
              <a:gd name="connsiteX1" fmla="*/ 12387020 w 12387020"/>
              <a:gd name="connsiteY1" fmla="*/ 0 h 6868160"/>
              <a:gd name="connsiteX2" fmla="*/ 12387020 w 12387020"/>
              <a:gd name="connsiteY2" fmla="*/ 6868160 h 6868160"/>
              <a:gd name="connsiteX3" fmla="*/ 198195 w 12387020"/>
              <a:gd name="connsiteY3" fmla="*/ 6868160 h 6868160"/>
              <a:gd name="connsiteX4" fmla="*/ 6212915 w 12387020"/>
              <a:gd name="connsiteY4" fmla="*/ 3830320 h 6868160"/>
              <a:gd name="connsiteX5" fmla="*/ 4902275 w 12387020"/>
              <a:gd name="connsiteY5" fmla="*/ 1727200 h 6868160"/>
              <a:gd name="connsiteX6" fmla="*/ 188035 w 12387020"/>
              <a:gd name="connsiteY6" fmla="*/ 528320 h 6868160"/>
              <a:gd name="connsiteX7" fmla="*/ 198195 w 12387020"/>
              <a:gd name="connsiteY7" fmla="*/ 0 h 6868160"/>
              <a:gd name="connsiteX0" fmla="*/ 198195 w 12387020"/>
              <a:gd name="connsiteY0" fmla="*/ 0 h 6868160"/>
              <a:gd name="connsiteX1" fmla="*/ 12387020 w 12387020"/>
              <a:gd name="connsiteY1" fmla="*/ 0 h 6868160"/>
              <a:gd name="connsiteX2" fmla="*/ 12387020 w 12387020"/>
              <a:gd name="connsiteY2" fmla="*/ 6868160 h 6868160"/>
              <a:gd name="connsiteX3" fmla="*/ 198195 w 12387020"/>
              <a:gd name="connsiteY3" fmla="*/ 6868160 h 6868160"/>
              <a:gd name="connsiteX4" fmla="*/ 6212915 w 12387020"/>
              <a:gd name="connsiteY4" fmla="*/ 3830320 h 6868160"/>
              <a:gd name="connsiteX5" fmla="*/ 4902275 w 12387020"/>
              <a:gd name="connsiteY5" fmla="*/ 1727200 h 6868160"/>
              <a:gd name="connsiteX6" fmla="*/ 188035 w 12387020"/>
              <a:gd name="connsiteY6" fmla="*/ 528320 h 6868160"/>
              <a:gd name="connsiteX7" fmla="*/ 198195 w 12387020"/>
              <a:gd name="connsiteY7" fmla="*/ 0 h 6868160"/>
              <a:gd name="connsiteX0" fmla="*/ 235106 w 12423931"/>
              <a:gd name="connsiteY0" fmla="*/ 0 h 7033131"/>
              <a:gd name="connsiteX1" fmla="*/ 12423931 w 12423931"/>
              <a:gd name="connsiteY1" fmla="*/ 0 h 7033131"/>
              <a:gd name="connsiteX2" fmla="*/ 12423931 w 12423931"/>
              <a:gd name="connsiteY2" fmla="*/ 6868160 h 7033131"/>
              <a:gd name="connsiteX3" fmla="*/ 235106 w 12423931"/>
              <a:gd name="connsiteY3" fmla="*/ 6868160 h 7033131"/>
              <a:gd name="connsiteX4" fmla="*/ 4908705 w 12423931"/>
              <a:gd name="connsiteY4" fmla="*/ 6868160 h 7033131"/>
              <a:gd name="connsiteX5" fmla="*/ 6249826 w 12423931"/>
              <a:gd name="connsiteY5" fmla="*/ 3830320 h 7033131"/>
              <a:gd name="connsiteX6" fmla="*/ 4939186 w 12423931"/>
              <a:gd name="connsiteY6" fmla="*/ 1727200 h 7033131"/>
              <a:gd name="connsiteX7" fmla="*/ 224946 w 12423931"/>
              <a:gd name="connsiteY7" fmla="*/ 528320 h 7033131"/>
              <a:gd name="connsiteX8" fmla="*/ 235106 w 12423931"/>
              <a:gd name="connsiteY8" fmla="*/ 0 h 7033131"/>
              <a:gd name="connsiteX0" fmla="*/ 246525 w 12435350"/>
              <a:gd name="connsiteY0" fmla="*/ 0 h 6868309"/>
              <a:gd name="connsiteX1" fmla="*/ 12435350 w 12435350"/>
              <a:gd name="connsiteY1" fmla="*/ 0 h 6868309"/>
              <a:gd name="connsiteX2" fmla="*/ 12435350 w 12435350"/>
              <a:gd name="connsiteY2" fmla="*/ 6868160 h 6868309"/>
              <a:gd name="connsiteX3" fmla="*/ 246525 w 12435350"/>
              <a:gd name="connsiteY3" fmla="*/ 6868160 h 6868309"/>
              <a:gd name="connsiteX4" fmla="*/ 4920124 w 12435350"/>
              <a:gd name="connsiteY4" fmla="*/ 6868160 h 6868309"/>
              <a:gd name="connsiteX5" fmla="*/ 6261245 w 12435350"/>
              <a:gd name="connsiteY5" fmla="*/ 3830320 h 6868309"/>
              <a:gd name="connsiteX6" fmla="*/ 4950605 w 12435350"/>
              <a:gd name="connsiteY6" fmla="*/ 1727200 h 6868309"/>
              <a:gd name="connsiteX7" fmla="*/ 236365 w 12435350"/>
              <a:gd name="connsiteY7" fmla="*/ 528320 h 6868309"/>
              <a:gd name="connsiteX8" fmla="*/ 246525 w 12435350"/>
              <a:gd name="connsiteY8" fmla="*/ 0 h 6868309"/>
              <a:gd name="connsiteX0" fmla="*/ 10160 w 12198985"/>
              <a:gd name="connsiteY0" fmla="*/ 0 h 6868264"/>
              <a:gd name="connsiteX1" fmla="*/ 12198985 w 12198985"/>
              <a:gd name="connsiteY1" fmla="*/ 0 h 6868264"/>
              <a:gd name="connsiteX2" fmla="*/ 12198985 w 12198985"/>
              <a:gd name="connsiteY2" fmla="*/ 6868160 h 6868264"/>
              <a:gd name="connsiteX3" fmla="*/ 10160 w 12198985"/>
              <a:gd name="connsiteY3" fmla="*/ 6868160 h 6868264"/>
              <a:gd name="connsiteX4" fmla="*/ 4683759 w 12198985"/>
              <a:gd name="connsiteY4" fmla="*/ 6868160 h 6868264"/>
              <a:gd name="connsiteX5" fmla="*/ 6024880 w 12198985"/>
              <a:gd name="connsiteY5" fmla="*/ 3830320 h 6868264"/>
              <a:gd name="connsiteX6" fmla="*/ 4714240 w 12198985"/>
              <a:gd name="connsiteY6" fmla="*/ 1727200 h 6868264"/>
              <a:gd name="connsiteX7" fmla="*/ 0 w 12198985"/>
              <a:gd name="connsiteY7" fmla="*/ 528320 h 6868264"/>
              <a:gd name="connsiteX8" fmla="*/ 10160 w 12198985"/>
              <a:gd name="connsiteY8" fmla="*/ 0 h 6868264"/>
              <a:gd name="connsiteX0" fmla="*/ 10160 w 12198985"/>
              <a:gd name="connsiteY0" fmla="*/ 0 h 6868220"/>
              <a:gd name="connsiteX1" fmla="*/ 12198985 w 12198985"/>
              <a:gd name="connsiteY1" fmla="*/ 0 h 6868220"/>
              <a:gd name="connsiteX2" fmla="*/ 12198985 w 12198985"/>
              <a:gd name="connsiteY2" fmla="*/ 6868160 h 6868220"/>
              <a:gd name="connsiteX3" fmla="*/ 3220085 w 12198985"/>
              <a:gd name="connsiteY3" fmla="*/ 6487160 h 6868220"/>
              <a:gd name="connsiteX4" fmla="*/ 4683759 w 12198985"/>
              <a:gd name="connsiteY4" fmla="*/ 6868160 h 6868220"/>
              <a:gd name="connsiteX5" fmla="*/ 6024880 w 12198985"/>
              <a:gd name="connsiteY5" fmla="*/ 3830320 h 6868220"/>
              <a:gd name="connsiteX6" fmla="*/ 4714240 w 12198985"/>
              <a:gd name="connsiteY6" fmla="*/ 1727200 h 6868220"/>
              <a:gd name="connsiteX7" fmla="*/ 0 w 12198985"/>
              <a:gd name="connsiteY7" fmla="*/ 528320 h 6868220"/>
              <a:gd name="connsiteX8" fmla="*/ 10160 w 12198985"/>
              <a:gd name="connsiteY8" fmla="*/ 0 h 6868220"/>
              <a:gd name="connsiteX0" fmla="*/ 10160 w 12198985"/>
              <a:gd name="connsiteY0" fmla="*/ 0 h 6868160"/>
              <a:gd name="connsiteX1" fmla="*/ 12198985 w 12198985"/>
              <a:gd name="connsiteY1" fmla="*/ 0 h 6868160"/>
              <a:gd name="connsiteX2" fmla="*/ 12198985 w 12198985"/>
              <a:gd name="connsiteY2" fmla="*/ 6868160 h 6868160"/>
              <a:gd name="connsiteX3" fmla="*/ 3220085 w 12198985"/>
              <a:gd name="connsiteY3" fmla="*/ 6487160 h 6868160"/>
              <a:gd name="connsiteX4" fmla="*/ 6102984 w 12198985"/>
              <a:gd name="connsiteY4" fmla="*/ 5829935 h 6868160"/>
              <a:gd name="connsiteX5" fmla="*/ 6024880 w 12198985"/>
              <a:gd name="connsiteY5" fmla="*/ 3830320 h 6868160"/>
              <a:gd name="connsiteX6" fmla="*/ 4714240 w 12198985"/>
              <a:gd name="connsiteY6" fmla="*/ 1727200 h 6868160"/>
              <a:gd name="connsiteX7" fmla="*/ 0 w 12198985"/>
              <a:gd name="connsiteY7" fmla="*/ 528320 h 6868160"/>
              <a:gd name="connsiteX8" fmla="*/ 10160 w 12198985"/>
              <a:gd name="connsiteY8" fmla="*/ 0 h 6868160"/>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02984 w 12198985"/>
              <a:gd name="connsiteY4" fmla="*/ 5829935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02984 w 12198985"/>
              <a:gd name="connsiteY4" fmla="*/ 5829935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02984 w 12198985"/>
              <a:gd name="connsiteY4" fmla="*/ 5829935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22034 w 12198985"/>
              <a:gd name="connsiteY4" fmla="*/ 5839460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22034 w 12198985"/>
              <a:gd name="connsiteY4" fmla="*/ 5839460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22034 w 12198985"/>
              <a:gd name="connsiteY4" fmla="*/ 5839460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22034 w 12198985"/>
              <a:gd name="connsiteY4" fmla="*/ 5839460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22034 w 12198985"/>
              <a:gd name="connsiteY4" fmla="*/ 5839460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8985" h="6877685">
                <a:moveTo>
                  <a:pt x="10160" y="0"/>
                </a:moveTo>
                <a:lnTo>
                  <a:pt x="12198985" y="0"/>
                </a:lnTo>
                <a:lnTo>
                  <a:pt x="12198985" y="6868160"/>
                </a:lnTo>
                <a:lnTo>
                  <a:pt x="4553585" y="6877685"/>
                </a:lnTo>
                <a:cubicBezTo>
                  <a:pt x="5419196" y="6578177"/>
                  <a:pt x="5891741" y="6267027"/>
                  <a:pt x="6122034" y="5839460"/>
                </a:cubicBezTo>
                <a:cubicBezTo>
                  <a:pt x="6543462" y="4952153"/>
                  <a:pt x="6071023" y="4359063"/>
                  <a:pt x="6024880" y="3830320"/>
                </a:cubicBezTo>
                <a:cubicBezTo>
                  <a:pt x="5670973" y="2770293"/>
                  <a:pt x="5327227" y="2120053"/>
                  <a:pt x="4714240" y="1727200"/>
                </a:cubicBezTo>
                <a:cubicBezTo>
                  <a:pt x="3371427" y="701040"/>
                  <a:pt x="1339427" y="711200"/>
                  <a:pt x="0" y="528320"/>
                </a:cubicBezTo>
                <a:lnTo>
                  <a:pt x="10160" y="0"/>
                </a:lnTo>
                <a:close/>
              </a:path>
            </a:pathLst>
          </a:custGeom>
          <a:solidFill>
            <a:schemeClr val="accent3"/>
          </a:solidFill>
        </p:spPr>
        <p:txBody>
          <a:bodyPr/>
          <a:lstStyle>
            <a:lvl1pPr algn="ctr">
              <a:defRPr/>
            </a:lvl1pPr>
          </a:lstStyle>
          <a:p>
            <a:r>
              <a:rPr lang="en-US"/>
              <a:t>Click icon to add picture</a:t>
            </a:r>
            <a:endParaRPr lang="en-US" dirty="0"/>
          </a:p>
        </p:txBody>
      </p:sp>
      <p:sp>
        <p:nvSpPr>
          <p:cNvPr id="13" name="Freeform: Shape 12">
            <a:extLst>
              <a:ext uri="{FF2B5EF4-FFF2-40B4-BE49-F238E27FC236}">
                <a16:creationId xmlns:a16="http://schemas.microsoft.com/office/drawing/2014/main" id="{5E130825-8214-41CD-94C2-B394C8253160}"/>
              </a:ext>
              <a:ext uri="{C183D7F6-B498-43B3-948B-1728B52AA6E4}">
                <adec:decorative xmlns:adec="http://schemas.microsoft.com/office/drawing/2017/decorative" val="1"/>
              </a:ext>
            </a:extLst>
          </p:cNvPr>
          <p:cNvSpPr/>
          <p:nvPr userDrawn="1"/>
        </p:nvSpPr>
        <p:spPr>
          <a:xfrm>
            <a:off x="0" y="529224"/>
            <a:ext cx="6305549" cy="6328777"/>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1">
            <a:extLst>
              <a:ext uri="{FF2B5EF4-FFF2-40B4-BE49-F238E27FC236}">
                <a16:creationId xmlns:a16="http://schemas.microsoft.com/office/drawing/2014/main" id="{04CFC44C-A4AA-47AB-9728-B8557A08454E}"/>
              </a:ext>
            </a:extLst>
          </p:cNvPr>
          <p:cNvSpPr>
            <a:spLocks noGrp="1"/>
          </p:cNvSpPr>
          <p:nvPr>
            <p:ph type="ctrTitle"/>
          </p:nvPr>
        </p:nvSpPr>
        <p:spPr>
          <a:xfrm>
            <a:off x="762000" y="2299787"/>
            <a:ext cx="4572000" cy="2286000"/>
          </a:xfrm>
        </p:spPr>
        <p:txBody>
          <a:bodyPr>
            <a:normAutofit/>
          </a:bodyPr>
          <a:lstStyle/>
          <a:p>
            <a:pPr algn="l"/>
            <a:r>
              <a:rPr lang="en-US" sz="4400"/>
              <a:t>Click to edit Master title style</a:t>
            </a:r>
            <a:endParaRPr lang="en-US" sz="4400" dirty="0"/>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r>
              <a:rPr lang="en-US"/>
              <a:t>2/1/20XX</a:t>
            </a:r>
            <a:endParaRPr lang="en-US" dirty="0"/>
          </a:p>
        </p:txBody>
      </p:sp>
      <p:sp>
        <p:nvSpPr>
          <p:cNvPr id="15" name="Subtitle 2">
            <a:extLst>
              <a:ext uri="{FF2B5EF4-FFF2-40B4-BE49-F238E27FC236}">
                <a16:creationId xmlns:a16="http://schemas.microsoft.com/office/drawing/2014/main" id="{09A3AD9C-69B0-4589-A282-947AEF5C9AB0}"/>
              </a:ext>
            </a:extLst>
          </p:cNvPr>
          <p:cNvSpPr>
            <a:spLocks noGrp="1"/>
          </p:cNvSpPr>
          <p:nvPr>
            <p:ph type="subTitle" idx="1"/>
          </p:nvPr>
        </p:nvSpPr>
        <p:spPr>
          <a:xfrm>
            <a:off x="762000" y="4571999"/>
            <a:ext cx="4572000" cy="1524000"/>
          </a:xfrm>
        </p:spPr>
        <p:txBody>
          <a:bodyPr anchor="b" anchorCtr="0"/>
          <a:lstStyle>
            <a:lvl1pPr>
              <a:buNone/>
              <a:defRPr/>
            </a:lvl1pPr>
          </a:lstStyle>
          <a:p>
            <a:pPr algn="l"/>
            <a:r>
              <a:rPr lang="en-US"/>
              <a:t>Click to edit Master subtitle style</a:t>
            </a:r>
            <a:endParaRPr lang="en-US" dirty="0"/>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1410923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9" name="Title 6">
            <a:extLst>
              <a:ext uri="{FF2B5EF4-FFF2-40B4-BE49-F238E27FC236}">
                <a16:creationId xmlns:a16="http://schemas.microsoft.com/office/drawing/2014/main" id="{F0D6B661-3F4C-45AE-81E6-235397707D16}"/>
              </a:ext>
            </a:extLst>
          </p:cNvPr>
          <p:cNvSpPr>
            <a:spLocks noGrp="1"/>
          </p:cNvSpPr>
          <p:nvPr>
            <p:ph type="title"/>
          </p:nvPr>
        </p:nvSpPr>
        <p:spPr>
          <a:xfrm>
            <a:off x="6096000" y="762000"/>
            <a:ext cx="5334000" cy="1524000"/>
          </a:xfrm>
        </p:spPr>
        <p:txBody>
          <a:bodyPr>
            <a:normAutofit/>
          </a:bodyPr>
          <a:lstStyle/>
          <a:p>
            <a:r>
              <a:rPr lang="en-US" sz="3200"/>
              <a:t>Click to edit Master title style</a:t>
            </a:r>
            <a:endParaRPr lang="en-US" sz="3200" dirty="0"/>
          </a:p>
        </p:txBody>
      </p:sp>
      <p:sp>
        <p:nvSpPr>
          <p:cNvPr id="7" name="Freeform: Shape 6">
            <a:extLst>
              <a:ext uri="{FF2B5EF4-FFF2-40B4-BE49-F238E27FC236}">
                <a16:creationId xmlns:a16="http://schemas.microsoft.com/office/drawing/2014/main" id="{951C64C5-C308-4D56-A976-F6EE631E89DC}"/>
              </a:ext>
              <a:ext uri="{C183D7F6-B498-43B3-948B-1728B52AA6E4}">
                <adec:decorative xmlns:adec="http://schemas.microsoft.com/office/drawing/2017/decorative" val="1"/>
              </a:ext>
            </a:extLst>
          </p:cNvPr>
          <p:cNvSpPr/>
          <p:nvPr userDrawn="1"/>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Avenir Next LT Pro Light"/>
            </a:endParaRPr>
          </a:p>
        </p:txBody>
      </p:sp>
      <p:sp>
        <p:nvSpPr>
          <p:cNvPr id="13" name="Picture Placeholder 12">
            <a:extLst>
              <a:ext uri="{FF2B5EF4-FFF2-40B4-BE49-F238E27FC236}">
                <a16:creationId xmlns:a16="http://schemas.microsoft.com/office/drawing/2014/main" id="{F35F8A29-F146-4D3D-8DD9-41322C9FEF31}"/>
              </a:ext>
            </a:extLst>
          </p:cNvPr>
          <p:cNvSpPr>
            <a:spLocks noGrp="1"/>
          </p:cNvSpPr>
          <p:nvPr>
            <p:ph type="pic" sz="quarter" idx="13"/>
          </p:nvPr>
        </p:nvSpPr>
        <p:spPr>
          <a:xfrm>
            <a:off x="2" y="0"/>
            <a:ext cx="5578823" cy="6028256"/>
          </a:xfrm>
          <a:custGeom>
            <a:avLst/>
            <a:gdLst>
              <a:gd name="connsiteX0" fmla="*/ 0 w 5578823"/>
              <a:gd name="connsiteY0" fmla="*/ 0 h 6028256"/>
              <a:gd name="connsiteX1" fmla="*/ 3897606 w 5578823"/>
              <a:gd name="connsiteY1" fmla="*/ 0 h 6028256"/>
              <a:gd name="connsiteX2" fmla="*/ 4274232 w 5578823"/>
              <a:gd name="connsiteY2" fmla="*/ 360545 h 6028256"/>
              <a:gd name="connsiteX3" fmla="*/ 4673934 w 5578823"/>
              <a:gd name="connsiteY3" fmla="*/ 738354 h 6028256"/>
              <a:gd name="connsiteX4" fmla="*/ 5421862 w 5578823"/>
              <a:gd name="connsiteY4" fmla="*/ 1773839 h 6028256"/>
              <a:gd name="connsiteX5" fmla="*/ 5469198 w 5578823"/>
              <a:gd name="connsiteY5" fmla="*/ 3329255 h 6028256"/>
              <a:gd name="connsiteX6" fmla="*/ 4741546 w 5578823"/>
              <a:gd name="connsiteY6" fmla="*/ 4877588 h 6028256"/>
              <a:gd name="connsiteX7" fmla="*/ 1325600 w 5578823"/>
              <a:gd name="connsiteY7" fmla="*/ 5980388 h 6028256"/>
              <a:gd name="connsiteX8" fmla="*/ 137593 w 5578823"/>
              <a:gd name="connsiteY8" fmla="*/ 5804042 h 6028256"/>
              <a:gd name="connsiteX9" fmla="*/ 0 w 5578823"/>
              <a:gd name="connsiteY9" fmla="*/ 5760161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a:solidFill>
            <a:schemeClr val="accent3"/>
          </a:solidFill>
        </p:spPr>
        <p:txBody>
          <a:bodyPr wrap="square">
            <a:noAutofit/>
          </a:bodyPr>
          <a:lstStyle/>
          <a:p>
            <a:r>
              <a:rPr lang="en-US"/>
              <a:t>Click icon to add picture</a:t>
            </a:r>
            <a:endParaRPr lang="en-US" dirty="0"/>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r>
              <a:rPr lang="en-US"/>
              <a:t>2/1/20XX</a:t>
            </a:r>
            <a:endParaRPr lang="en-US" dirty="0"/>
          </a:p>
        </p:txBody>
      </p:sp>
      <p:sp>
        <p:nvSpPr>
          <p:cNvPr id="8" name="Content Placeholder 7">
            <a:extLst>
              <a:ext uri="{FF2B5EF4-FFF2-40B4-BE49-F238E27FC236}">
                <a16:creationId xmlns:a16="http://schemas.microsoft.com/office/drawing/2014/main" id="{92ED7257-A2A4-4A81-94D0-21636294D7E9}"/>
              </a:ext>
            </a:extLst>
          </p:cNvPr>
          <p:cNvSpPr>
            <a:spLocks noGrp="1"/>
          </p:cNvSpPr>
          <p:nvPr>
            <p:ph idx="1"/>
          </p:nvPr>
        </p:nvSpPr>
        <p:spPr>
          <a:xfrm>
            <a:off x="6096000" y="2286000"/>
            <a:ext cx="5334000" cy="3810001"/>
          </a:xfrm>
        </p:spPr>
        <p:txBody>
          <a:bodyPr vert="horz" lIns="91440" tIns="45720" rIns="91440" bIns="45720" rtlCol="0">
            <a:noAutofit/>
          </a:bodyPr>
          <a:lstStyle>
            <a:lvl1pPr marL="228600" indent="-228600">
              <a:defRPr sz="2800"/>
            </a:lvl1pPr>
          </a:lstStyle>
          <a:p>
            <a:pPr marL="0" lvl="0" indent="0">
              <a:buNone/>
            </a:pPr>
            <a:r>
              <a:rPr lang="en-US" sz="2400"/>
              <a:t>Click to edit Master text styles</a:t>
            </a:r>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896849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CEB7F18-992B-4D56-A388-738859C8B35E}"/>
              </a:ext>
            </a:extLst>
          </p:cNvPr>
          <p:cNvSpPr>
            <a:spLocks noGrp="1"/>
          </p:cNvSpPr>
          <p:nvPr>
            <p:ph type="title"/>
          </p:nvPr>
        </p:nvSpPr>
        <p:spPr>
          <a:xfrm>
            <a:off x="2286000" y="1532083"/>
            <a:ext cx="4572000" cy="1524000"/>
          </a:xfrm>
        </p:spPr>
        <p:txBody>
          <a:bodyPr anchor="t" anchorCtr="0">
            <a:normAutofit/>
          </a:bodyPr>
          <a:lstStyle/>
          <a:p>
            <a:r>
              <a:rPr lang="en-US" sz="3200"/>
              <a:t>Click to edit Master title style</a:t>
            </a:r>
            <a:endParaRPr lang="en-US" sz="3200" dirty="0"/>
          </a:p>
        </p:txBody>
      </p:sp>
      <p:sp>
        <p:nvSpPr>
          <p:cNvPr id="14" name="Picture Placeholder 13">
            <a:extLst>
              <a:ext uri="{FF2B5EF4-FFF2-40B4-BE49-F238E27FC236}">
                <a16:creationId xmlns:a16="http://schemas.microsoft.com/office/drawing/2014/main" id="{7410AC2D-D649-4FCA-87C1-EDB34FCC4ACF}"/>
              </a:ext>
            </a:extLst>
          </p:cNvPr>
          <p:cNvSpPr>
            <a:spLocks noGrp="1"/>
          </p:cNvSpPr>
          <p:nvPr>
            <p:ph type="pic" sz="quarter" idx="13"/>
          </p:nvPr>
        </p:nvSpPr>
        <p:spPr>
          <a:xfrm>
            <a:off x="1" y="348939"/>
            <a:ext cx="1588691" cy="5824901"/>
          </a:xfrm>
          <a:custGeom>
            <a:avLst/>
            <a:gdLst>
              <a:gd name="connsiteX0" fmla="*/ 0 w 1588691"/>
              <a:gd name="connsiteY0" fmla="*/ 0 h 5824901"/>
              <a:gd name="connsiteX1" fmla="*/ 103414 w 1588691"/>
              <a:gd name="connsiteY1" fmla="*/ 24689 h 5824901"/>
              <a:gd name="connsiteX2" fmla="*/ 1566944 w 1588691"/>
              <a:gd name="connsiteY2" fmla="*/ 1831178 h 5824901"/>
              <a:gd name="connsiteX3" fmla="*/ 1239184 w 1588691"/>
              <a:gd name="connsiteY3" fmla="*/ 4894084 h 5824901"/>
              <a:gd name="connsiteX4" fmla="*/ 1161636 w 1588691"/>
              <a:gd name="connsiteY4" fmla="*/ 5234403 h 5824901"/>
              <a:gd name="connsiteX5" fmla="*/ 1036423 w 1588691"/>
              <a:gd name="connsiteY5" fmla="*/ 5540389 h 5824901"/>
              <a:gd name="connsiteX6" fmla="*/ 693532 w 1588691"/>
              <a:gd name="connsiteY6" fmla="*/ 5797870 h 5824901"/>
              <a:gd name="connsiteX7" fmla="*/ 66690 w 1588691"/>
              <a:gd name="connsiteY7" fmla="*/ 5718123 h 5824901"/>
              <a:gd name="connsiteX8" fmla="*/ 0 w 1588691"/>
              <a:gd name="connsiteY8" fmla="*/ 5671830 h 582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8691" h="5824901">
                <a:moveTo>
                  <a:pt x="0" y="0"/>
                </a:moveTo>
                <a:lnTo>
                  <a:pt x="103414" y="24689"/>
                </a:lnTo>
                <a:cubicBezTo>
                  <a:pt x="796911" y="207091"/>
                  <a:pt x="1441617" y="614618"/>
                  <a:pt x="1566944" y="1831178"/>
                </a:cubicBezTo>
                <a:cubicBezTo>
                  <a:pt x="1657898" y="2711366"/>
                  <a:pt x="1447138" y="3830385"/>
                  <a:pt x="1239184" y="4894084"/>
                </a:cubicBezTo>
                <a:cubicBezTo>
                  <a:pt x="1217336" y="5005703"/>
                  <a:pt x="1193458" y="5122919"/>
                  <a:pt x="1161636" y="5234403"/>
                </a:cubicBezTo>
                <a:cubicBezTo>
                  <a:pt x="1129815" y="5345896"/>
                  <a:pt x="1090045" y="5451664"/>
                  <a:pt x="1036423" y="5540389"/>
                </a:cubicBezTo>
                <a:cubicBezTo>
                  <a:pt x="931907" y="5713703"/>
                  <a:pt x="805230" y="5770918"/>
                  <a:pt x="693532" y="5797870"/>
                </a:cubicBezTo>
                <a:cubicBezTo>
                  <a:pt x="465914" y="5852471"/>
                  <a:pt x="252946" y="5823597"/>
                  <a:pt x="66690" y="5718123"/>
                </a:cubicBezTo>
                <a:lnTo>
                  <a:pt x="0" y="5671830"/>
                </a:lnTo>
                <a:close/>
              </a:path>
            </a:pathLst>
          </a:custGeom>
          <a:solidFill>
            <a:schemeClr val="accent3"/>
          </a:solidFill>
        </p:spPr>
        <p:txBody>
          <a:bodyPr wrap="square">
            <a:noAutofit/>
          </a:bodyPr>
          <a:lstStyle/>
          <a:p>
            <a:r>
              <a:rPr lang="en-US"/>
              <a:t>Click icon to add picture</a:t>
            </a:r>
            <a:endParaRPr lang="en-US" dirty="0"/>
          </a:p>
        </p:txBody>
      </p:sp>
      <p:sp>
        <p:nvSpPr>
          <p:cNvPr id="10" name="Content Placeholder 2">
            <a:extLst>
              <a:ext uri="{FF2B5EF4-FFF2-40B4-BE49-F238E27FC236}">
                <a16:creationId xmlns:a16="http://schemas.microsoft.com/office/drawing/2014/main" id="{34CAECC1-22E5-4CFE-997A-335F9A86186C}"/>
              </a:ext>
            </a:extLst>
          </p:cNvPr>
          <p:cNvSpPr>
            <a:spLocks noGrp="1"/>
          </p:cNvSpPr>
          <p:nvPr>
            <p:ph idx="1"/>
          </p:nvPr>
        </p:nvSpPr>
        <p:spPr>
          <a:xfrm>
            <a:off x="2286000" y="3056083"/>
            <a:ext cx="5334000" cy="3048000"/>
          </a:xfrm>
        </p:spPr>
        <p:txBody>
          <a:bodyPr>
            <a:normAutofit/>
          </a:bodyPr>
          <a:lstStyle/>
          <a:p>
            <a:pPr marL="0" lvl="0" indent="0">
              <a:buNone/>
            </a:pPr>
            <a:r>
              <a:rPr lang="en-US"/>
              <a:t>Click to edit Master text styles</a:t>
            </a:r>
          </a:p>
        </p:txBody>
      </p:sp>
      <p:sp>
        <p:nvSpPr>
          <p:cNvPr id="17" name="Picture Placeholder 16">
            <a:extLst>
              <a:ext uri="{FF2B5EF4-FFF2-40B4-BE49-F238E27FC236}">
                <a16:creationId xmlns:a16="http://schemas.microsoft.com/office/drawing/2014/main" id="{339634C0-6EDF-41E8-9316-1B98AB767953}"/>
              </a:ext>
            </a:extLst>
          </p:cNvPr>
          <p:cNvSpPr>
            <a:spLocks noGrp="1"/>
          </p:cNvSpPr>
          <p:nvPr>
            <p:ph type="pic" sz="quarter" idx="14"/>
          </p:nvPr>
        </p:nvSpPr>
        <p:spPr>
          <a:xfrm>
            <a:off x="6107466" y="0"/>
            <a:ext cx="5820495" cy="2302951"/>
          </a:xfrm>
          <a:custGeom>
            <a:avLst/>
            <a:gdLst>
              <a:gd name="connsiteX0" fmla="*/ 5820495 w 5820495"/>
              <a:gd name="connsiteY0" fmla="*/ 0 h 2302951"/>
              <a:gd name="connsiteX1" fmla="*/ 5709901 w 5820495"/>
              <a:gd name="connsiteY1" fmla="*/ 213767 h 2302951"/>
              <a:gd name="connsiteX2" fmla="*/ 4932484 w 5820495"/>
              <a:gd name="connsiteY2" fmla="*/ 1340037 h 2302951"/>
              <a:gd name="connsiteX3" fmla="*/ 3361812 w 5820495"/>
              <a:gd name="connsiteY3" fmla="*/ 2268288 h 2302951"/>
              <a:gd name="connsiteX4" fmla="*/ 286590 w 5820495"/>
              <a:gd name="connsiteY4" fmla="*/ 1322723 h 2302951"/>
              <a:gd name="connsiteX5" fmla="*/ 251827 w 5820495"/>
              <a:gd name="connsiteY5" fmla="*/ 87954 h 2302951"/>
              <a:gd name="connsiteX6" fmla="*/ 331088 w 5820495"/>
              <a:gd name="connsiteY6" fmla="*/ 1 h 230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0495" h="2302951">
                <a:moveTo>
                  <a:pt x="5820495" y="0"/>
                </a:moveTo>
                <a:lnTo>
                  <a:pt x="5709901" y="213767"/>
                </a:lnTo>
                <a:cubicBezTo>
                  <a:pt x="5432870" y="711271"/>
                  <a:pt x="5095501" y="1152644"/>
                  <a:pt x="4932484" y="1340037"/>
                </a:cubicBezTo>
                <a:cubicBezTo>
                  <a:pt x="4535941" y="1795563"/>
                  <a:pt x="3997054" y="2167493"/>
                  <a:pt x="3361812" y="2268288"/>
                </a:cubicBezTo>
                <a:cubicBezTo>
                  <a:pt x="2395335" y="2421964"/>
                  <a:pt x="953448" y="2057186"/>
                  <a:pt x="286590" y="1322723"/>
                </a:cubicBezTo>
                <a:cubicBezTo>
                  <a:pt x="-136160" y="857206"/>
                  <a:pt x="-42091" y="443734"/>
                  <a:pt x="251827" y="87954"/>
                </a:cubicBezTo>
                <a:lnTo>
                  <a:pt x="331088" y="1"/>
                </a:lnTo>
                <a:close/>
              </a:path>
            </a:pathLst>
          </a:custGeom>
          <a:solidFill>
            <a:schemeClr val="accent3"/>
          </a:solidFill>
        </p:spPr>
        <p:txBody>
          <a:bodyPr wrap="square">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r>
              <a:rPr lang="en-US"/>
              <a:t>2/1/20XX</a:t>
            </a:r>
            <a:endParaRPr lang="en-US" dirty="0"/>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20" name="Picture Placeholder 19">
            <a:extLst>
              <a:ext uri="{FF2B5EF4-FFF2-40B4-BE49-F238E27FC236}">
                <a16:creationId xmlns:a16="http://schemas.microsoft.com/office/drawing/2014/main" id="{2E3C79F9-E136-43AA-88A7-931391EEFE82}"/>
              </a:ext>
            </a:extLst>
          </p:cNvPr>
          <p:cNvSpPr>
            <a:spLocks noGrp="1"/>
          </p:cNvSpPr>
          <p:nvPr>
            <p:ph type="pic" sz="quarter" idx="15"/>
          </p:nvPr>
        </p:nvSpPr>
        <p:spPr>
          <a:xfrm>
            <a:off x="7961955" y="3048002"/>
            <a:ext cx="4230047" cy="3809998"/>
          </a:xfrm>
          <a:custGeom>
            <a:avLst/>
            <a:gdLst>
              <a:gd name="connsiteX0" fmla="*/ 2183095 w 4230047"/>
              <a:gd name="connsiteY0" fmla="*/ 18 h 3809998"/>
              <a:gd name="connsiteX1" fmla="*/ 3425027 w 4230047"/>
              <a:gd name="connsiteY1" fmla="*/ 1440808 h 3809998"/>
              <a:gd name="connsiteX2" fmla="*/ 3480109 w 4230047"/>
              <a:gd name="connsiteY2" fmla="*/ 1517586 h 3809998"/>
              <a:gd name="connsiteX3" fmla="*/ 4221130 w 4230047"/>
              <a:gd name="connsiteY3" fmla="*/ 2801399 h 3809998"/>
              <a:gd name="connsiteX4" fmla="*/ 4230047 w 4230047"/>
              <a:gd name="connsiteY4" fmla="*/ 2899961 h 3809998"/>
              <a:gd name="connsiteX5" fmla="*/ 4230047 w 4230047"/>
              <a:gd name="connsiteY5" fmla="*/ 3224568 h 3809998"/>
              <a:gd name="connsiteX6" fmla="*/ 4220577 w 4230047"/>
              <a:gd name="connsiteY6" fmla="*/ 3329167 h 3809998"/>
              <a:gd name="connsiteX7" fmla="*/ 4108028 w 4230047"/>
              <a:gd name="connsiteY7" fmla="*/ 3749750 h 3809998"/>
              <a:gd name="connsiteX8" fmla="*/ 4077743 w 4230047"/>
              <a:gd name="connsiteY8" fmla="*/ 3809998 h 3809998"/>
              <a:gd name="connsiteX9" fmla="*/ 892220 w 4230047"/>
              <a:gd name="connsiteY9" fmla="*/ 3809998 h 3809998"/>
              <a:gd name="connsiteX10" fmla="*/ 840654 w 4230047"/>
              <a:gd name="connsiteY10" fmla="*/ 3790763 h 3809998"/>
              <a:gd name="connsiteX11" fmla="*/ 5750 w 4230047"/>
              <a:gd name="connsiteY11" fmla="*/ 2913921 h 3809998"/>
              <a:gd name="connsiteX12" fmla="*/ 819614 w 4230047"/>
              <a:gd name="connsiteY12" fmla="*/ 1008105 h 3809998"/>
              <a:gd name="connsiteX13" fmla="*/ 2183095 w 4230047"/>
              <a:gd name="connsiteY13" fmla="*/ 18 h 380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30047" h="3809998">
                <a:moveTo>
                  <a:pt x="2183095" y="18"/>
                </a:moveTo>
                <a:cubicBezTo>
                  <a:pt x="2652021" y="-4644"/>
                  <a:pt x="3095337" y="947177"/>
                  <a:pt x="3425027" y="1440808"/>
                </a:cubicBezTo>
                <a:cubicBezTo>
                  <a:pt x="3436611" y="1458213"/>
                  <a:pt x="3455517" y="1484325"/>
                  <a:pt x="3480109" y="1517586"/>
                </a:cubicBezTo>
                <a:cubicBezTo>
                  <a:pt x="3749371" y="1882737"/>
                  <a:pt x="4144039" y="2208821"/>
                  <a:pt x="4221130" y="2801399"/>
                </a:cubicBezTo>
                <a:lnTo>
                  <a:pt x="4230047" y="2899961"/>
                </a:lnTo>
                <a:lnTo>
                  <a:pt x="4230047" y="3224568"/>
                </a:lnTo>
                <a:lnTo>
                  <a:pt x="4220577" y="3329167"/>
                </a:lnTo>
                <a:cubicBezTo>
                  <a:pt x="4200561" y="3491518"/>
                  <a:pt x="4161725" y="3630719"/>
                  <a:pt x="4108028" y="3749750"/>
                </a:cubicBezTo>
                <a:lnTo>
                  <a:pt x="4077743" y="3809998"/>
                </a:lnTo>
                <a:lnTo>
                  <a:pt x="892220" y="3809998"/>
                </a:lnTo>
                <a:lnTo>
                  <a:pt x="840654" y="3790763"/>
                </a:lnTo>
                <a:cubicBezTo>
                  <a:pt x="487979" y="3656637"/>
                  <a:pt x="58498" y="3454097"/>
                  <a:pt x="5750" y="2913921"/>
                </a:cubicBezTo>
                <a:cubicBezTo>
                  <a:pt x="-64577" y="2192439"/>
                  <a:pt x="527932" y="1403503"/>
                  <a:pt x="819614" y="1008105"/>
                </a:cubicBezTo>
                <a:cubicBezTo>
                  <a:pt x="1190771" y="504837"/>
                  <a:pt x="1667013" y="5308"/>
                  <a:pt x="2183095" y="18"/>
                </a:cubicBezTo>
                <a:close/>
              </a:path>
            </a:pathLst>
          </a:custGeom>
          <a:solidFill>
            <a:schemeClr val="accent3"/>
          </a:solidFill>
        </p:spPr>
        <p:txBody>
          <a:bodyPr wrap="square">
            <a:noAutofit/>
          </a:bodyPr>
          <a:lstStyle/>
          <a:p>
            <a:r>
              <a:rPr lang="en-US"/>
              <a:t>Click icon to add picture</a:t>
            </a:r>
            <a:endParaRPr lang="en-US" dirty="0"/>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219151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spTree>
      <p:nvGrpSpPr>
        <p:cNvPr id="1" name=""/>
        <p:cNvGrpSpPr/>
        <p:nvPr/>
      </p:nvGrpSpPr>
      <p:grpSpPr>
        <a:xfrm>
          <a:off x="0" y="0"/>
          <a:ext cx="0" cy="0"/>
          <a:chOff x="0" y="0"/>
          <a:chExt cx="0" cy="0"/>
        </a:xfrm>
      </p:grpSpPr>
      <p:sp>
        <p:nvSpPr>
          <p:cNvPr id="12" name="Title 20">
            <a:extLst>
              <a:ext uri="{FF2B5EF4-FFF2-40B4-BE49-F238E27FC236}">
                <a16:creationId xmlns:a16="http://schemas.microsoft.com/office/drawing/2014/main" id="{368B2638-FA1E-41E2-9B2C-03BEFBE5413A}"/>
              </a:ext>
            </a:extLst>
          </p:cNvPr>
          <p:cNvSpPr>
            <a:spLocks noGrp="1"/>
          </p:cNvSpPr>
          <p:nvPr>
            <p:ph type="ctrTitle"/>
          </p:nvPr>
        </p:nvSpPr>
        <p:spPr>
          <a:xfrm>
            <a:off x="5334000" y="2269050"/>
            <a:ext cx="3810000" cy="2286000"/>
          </a:xfrm>
        </p:spPr>
        <p:txBody>
          <a:bodyPr>
            <a:normAutofit/>
          </a:bodyPr>
          <a:lstStyle/>
          <a:p>
            <a:pPr algn="l"/>
            <a:r>
              <a:rPr lang="en-US" sz="4400"/>
              <a:t>Click to edit Master title style</a:t>
            </a:r>
            <a:endParaRPr lang="en-US" sz="4400" dirty="0"/>
          </a:p>
        </p:txBody>
      </p:sp>
      <p:sp>
        <p:nvSpPr>
          <p:cNvPr id="13" name="Subtitle 21">
            <a:extLst>
              <a:ext uri="{FF2B5EF4-FFF2-40B4-BE49-F238E27FC236}">
                <a16:creationId xmlns:a16="http://schemas.microsoft.com/office/drawing/2014/main" id="{6865B251-150D-4D65-9390-CDECD91E6672}"/>
              </a:ext>
            </a:extLst>
          </p:cNvPr>
          <p:cNvSpPr>
            <a:spLocks noGrp="1"/>
          </p:cNvSpPr>
          <p:nvPr>
            <p:ph type="subTitle" idx="1"/>
          </p:nvPr>
        </p:nvSpPr>
        <p:spPr>
          <a:xfrm>
            <a:off x="5334000" y="4571999"/>
            <a:ext cx="4594502" cy="1524000"/>
          </a:xfrm>
        </p:spPr>
        <p:txBody>
          <a:bodyPr anchor="b" anchorCtr="0"/>
          <a:lstStyle/>
          <a:p>
            <a:pPr algn="l"/>
            <a:r>
              <a:rPr lang="en-US"/>
              <a:t>Click to edit Master subtitle style</a:t>
            </a:r>
            <a:endParaRPr lang="en-US" dirty="0"/>
          </a:p>
        </p:txBody>
      </p:sp>
      <p:sp>
        <p:nvSpPr>
          <p:cNvPr id="16" name="Picture Placeholder 15">
            <a:extLst>
              <a:ext uri="{FF2B5EF4-FFF2-40B4-BE49-F238E27FC236}">
                <a16:creationId xmlns:a16="http://schemas.microsoft.com/office/drawing/2014/main" id="{5279B96F-4DCD-41B1-80AC-F06ECD712F69}"/>
              </a:ext>
            </a:extLst>
          </p:cNvPr>
          <p:cNvSpPr>
            <a:spLocks noGrp="1"/>
          </p:cNvSpPr>
          <p:nvPr>
            <p:ph type="pic" sz="quarter" idx="13"/>
          </p:nvPr>
        </p:nvSpPr>
        <p:spPr>
          <a:xfrm>
            <a:off x="0" y="2"/>
            <a:ext cx="2915897" cy="3150803"/>
          </a:xfrm>
          <a:custGeom>
            <a:avLst/>
            <a:gdLst>
              <a:gd name="connsiteX0" fmla="*/ 0 w 2915897"/>
              <a:gd name="connsiteY0" fmla="*/ 0 h 3150803"/>
              <a:gd name="connsiteX1" fmla="*/ 2037171 w 2915897"/>
              <a:gd name="connsiteY1" fmla="*/ 0 h 3150803"/>
              <a:gd name="connsiteX2" fmla="*/ 2234023 w 2915897"/>
              <a:gd name="connsiteY2" fmla="*/ 188447 h 3150803"/>
              <a:gd name="connsiteX3" fmla="*/ 2442937 w 2915897"/>
              <a:gd name="connsiteY3" fmla="*/ 385917 h 3150803"/>
              <a:gd name="connsiteX4" fmla="*/ 2833858 w 2915897"/>
              <a:gd name="connsiteY4" fmla="*/ 927137 h 3150803"/>
              <a:gd name="connsiteX5" fmla="*/ 2858599 w 2915897"/>
              <a:gd name="connsiteY5" fmla="*/ 1740110 h 3150803"/>
              <a:gd name="connsiteX6" fmla="*/ 2478276 w 2915897"/>
              <a:gd name="connsiteY6" fmla="*/ 2549381 h 3150803"/>
              <a:gd name="connsiteX7" fmla="*/ 692855 w 2915897"/>
              <a:gd name="connsiteY7" fmla="*/ 3125784 h 3150803"/>
              <a:gd name="connsiteX8" fmla="*/ 71916 w 2915897"/>
              <a:gd name="connsiteY8" fmla="*/ 3033613 h 3150803"/>
              <a:gd name="connsiteX9" fmla="*/ 0 w 2915897"/>
              <a:gd name="connsiteY9" fmla="*/ 3010677 h 3150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5897" h="3150803">
                <a:moveTo>
                  <a:pt x="0" y="0"/>
                </a:moveTo>
                <a:lnTo>
                  <a:pt x="2037171" y="0"/>
                </a:lnTo>
                <a:lnTo>
                  <a:pt x="2234023" y="188447"/>
                </a:lnTo>
                <a:cubicBezTo>
                  <a:pt x="2304388" y="255540"/>
                  <a:pt x="2374048" y="321538"/>
                  <a:pt x="2442937" y="385917"/>
                </a:cubicBezTo>
                <a:cubicBezTo>
                  <a:pt x="2635661" y="565992"/>
                  <a:pt x="2760928" y="746433"/>
                  <a:pt x="2833858" y="927137"/>
                </a:cubicBezTo>
                <a:cubicBezTo>
                  <a:pt x="2943221" y="1198077"/>
                  <a:pt x="2934665" y="1469402"/>
                  <a:pt x="2858599" y="1740110"/>
                </a:cubicBezTo>
                <a:cubicBezTo>
                  <a:pt x="2782532" y="2010817"/>
                  <a:pt x="2638953" y="2280908"/>
                  <a:pt x="2478276" y="2549381"/>
                </a:cubicBezTo>
                <a:cubicBezTo>
                  <a:pt x="2104926" y="3173402"/>
                  <a:pt x="1445175" y="3189854"/>
                  <a:pt x="692855" y="3125784"/>
                </a:cubicBezTo>
                <a:cubicBezTo>
                  <a:pt x="472468" y="3106996"/>
                  <a:pt x="261198" y="3087734"/>
                  <a:pt x="71916" y="3033613"/>
                </a:cubicBezTo>
                <a:lnTo>
                  <a:pt x="0" y="3010677"/>
                </a:lnTo>
                <a:close/>
              </a:path>
            </a:pathLst>
          </a:custGeom>
          <a:solidFill>
            <a:schemeClr val="accent3"/>
          </a:solidFill>
        </p:spPr>
        <p:txBody>
          <a:bodyPr wrap="square">
            <a:noAutofit/>
          </a:bodyPr>
          <a:lstStyle/>
          <a:p>
            <a:r>
              <a:rPr lang="en-US"/>
              <a:t>Click icon to add picture</a:t>
            </a:r>
            <a:endParaRPr lang="en-US" dirty="0"/>
          </a:p>
        </p:txBody>
      </p:sp>
      <p:sp>
        <p:nvSpPr>
          <p:cNvPr id="19" name="Picture Placeholder 18">
            <a:extLst>
              <a:ext uri="{FF2B5EF4-FFF2-40B4-BE49-F238E27FC236}">
                <a16:creationId xmlns:a16="http://schemas.microsoft.com/office/drawing/2014/main" id="{08CF3283-37EB-40F7-B4D3-7321DE54FCF6}"/>
              </a:ext>
            </a:extLst>
          </p:cNvPr>
          <p:cNvSpPr>
            <a:spLocks noGrp="1"/>
          </p:cNvSpPr>
          <p:nvPr>
            <p:ph type="pic" sz="quarter" idx="14"/>
          </p:nvPr>
        </p:nvSpPr>
        <p:spPr>
          <a:xfrm>
            <a:off x="3824588" y="0"/>
            <a:ext cx="5820494" cy="2008700"/>
          </a:xfrm>
          <a:custGeom>
            <a:avLst/>
            <a:gdLst>
              <a:gd name="connsiteX0" fmla="*/ 331087 w 5820494"/>
              <a:gd name="connsiteY0" fmla="*/ 0 h 2008700"/>
              <a:gd name="connsiteX1" fmla="*/ 5820494 w 5820494"/>
              <a:gd name="connsiteY1" fmla="*/ 0 h 2008700"/>
              <a:gd name="connsiteX2" fmla="*/ 5709900 w 5820494"/>
              <a:gd name="connsiteY2" fmla="*/ 186453 h 2008700"/>
              <a:gd name="connsiteX3" fmla="*/ 4932484 w 5820494"/>
              <a:gd name="connsiteY3" fmla="*/ 1168818 h 2008700"/>
              <a:gd name="connsiteX4" fmla="*/ 3361811 w 5820494"/>
              <a:gd name="connsiteY4" fmla="*/ 1978465 h 2008700"/>
              <a:gd name="connsiteX5" fmla="*/ 286590 w 5820494"/>
              <a:gd name="connsiteY5" fmla="*/ 1153716 h 2008700"/>
              <a:gd name="connsiteX6" fmla="*/ 251826 w 5820494"/>
              <a:gd name="connsiteY6" fmla="*/ 76716 h 200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0494" h="2008700">
                <a:moveTo>
                  <a:pt x="331087" y="0"/>
                </a:moveTo>
                <a:lnTo>
                  <a:pt x="5820494" y="0"/>
                </a:lnTo>
                <a:lnTo>
                  <a:pt x="5709900" y="186453"/>
                </a:lnTo>
                <a:cubicBezTo>
                  <a:pt x="5432869" y="620391"/>
                  <a:pt x="5095500" y="1005368"/>
                  <a:pt x="4932484" y="1168818"/>
                </a:cubicBezTo>
                <a:cubicBezTo>
                  <a:pt x="4535940" y="1566140"/>
                  <a:pt x="3997053" y="1890549"/>
                  <a:pt x="3361811" y="1978465"/>
                </a:cubicBezTo>
                <a:cubicBezTo>
                  <a:pt x="2395334" y="2112506"/>
                  <a:pt x="953447" y="1794336"/>
                  <a:pt x="286590" y="1153716"/>
                </a:cubicBezTo>
                <a:cubicBezTo>
                  <a:pt x="-136161" y="747678"/>
                  <a:pt x="-42091" y="387037"/>
                  <a:pt x="251826" y="76716"/>
                </a:cubicBezTo>
                <a:close/>
              </a:path>
            </a:pathLst>
          </a:custGeom>
          <a:solidFill>
            <a:schemeClr val="accent3"/>
          </a:solidFill>
        </p:spPr>
        <p:txBody>
          <a:bodyPr wrap="square">
            <a:noAutofit/>
          </a:bodyPr>
          <a:lstStyle/>
          <a:p>
            <a:r>
              <a:rPr lang="en-US"/>
              <a:t>Click icon to add picture</a:t>
            </a:r>
            <a:endParaRPr lang="en-US" dirty="0"/>
          </a:p>
        </p:txBody>
      </p:sp>
      <p:sp>
        <p:nvSpPr>
          <p:cNvPr id="26" name="Picture Placeholder 25">
            <a:extLst>
              <a:ext uri="{FF2B5EF4-FFF2-40B4-BE49-F238E27FC236}">
                <a16:creationId xmlns:a16="http://schemas.microsoft.com/office/drawing/2014/main" id="{3CD43413-F064-47FB-B053-5DCA096DAAF1}"/>
              </a:ext>
            </a:extLst>
          </p:cNvPr>
          <p:cNvSpPr>
            <a:spLocks noGrp="1"/>
          </p:cNvSpPr>
          <p:nvPr>
            <p:ph type="pic" sz="quarter" idx="16"/>
          </p:nvPr>
        </p:nvSpPr>
        <p:spPr>
          <a:xfrm>
            <a:off x="1" y="3134141"/>
            <a:ext cx="4548543" cy="3723859"/>
          </a:xfrm>
          <a:custGeom>
            <a:avLst/>
            <a:gdLst>
              <a:gd name="connsiteX0" fmla="*/ 3246912 w 4548543"/>
              <a:gd name="connsiteY0" fmla="*/ 458 h 3723859"/>
              <a:gd name="connsiteX1" fmla="*/ 4150879 w 4548543"/>
              <a:gd name="connsiteY1" fmla="*/ 378073 h 3723859"/>
              <a:gd name="connsiteX2" fmla="*/ 4548482 w 4548543"/>
              <a:gd name="connsiteY2" fmla="*/ 1568643 h 3723859"/>
              <a:gd name="connsiteX3" fmla="*/ 4028886 w 4548543"/>
              <a:gd name="connsiteY3" fmla="*/ 3710287 h 3723859"/>
              <a:gd name="connsiteX4" fmla="*/ 4021678 w 4548543"/>
              <a:gd name="connsiteY4" fmla="*/ 3723859 h 3723859"/>
              <a:gd name="connsiteX5" fmla="*/ 0 w 4548543"/>
              <a:gd name="connsiteY5" fmla="*/ 3723859 h 3723859"/>
              <a:gd name="connsiteX6" fmla="*/ 0 w 4548543"/>
              <a:gd name="connsiteY6" fmla="*/ 1455242 h 3723859"/>
              <a:gd name="connsiteX7" fmla="*/ 170674 w 4548543"/>
              <a:gd name="connsiteY7" fmla="*/ 1364030 h 3723859"/>
              <a:gd name="connsiteX8" fmla="*/ 371971 w 4548543"/>
              <a:gd name="connsiteY8" fmla="*/ 1257338 h 3723859"/>
              <a:gd name="connsiteX9" fmla="*/ 2579168 w 4548543"/>
              <a:gd name="connsiteY9" fmla="*/ 156654 h 3723859"/>
              <a:gd name="connsiteX10" fmla="*/ 3246912 w 4548543"/>
              <a:gd name="connsiteY10" fmla="*/ 458 h 3723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48543" h="3723859">
                <a:moveTo>
                  <a:pt x="3246912" y="458"/>
                </a:moveTo>
                <a:cubicBezTo>
                  <a:pt x="3556014" y="-7452"/>
                  <a:pt x="3878293" y="85861"/>
                  <a:pt x="4150879" y="378073"/>
                </a:cubicBezTo>
                <a:cubicBezTo>
                  <a:pt x="4474410" y="725138"/>
                  <a:pt x="4551051" y="1187631"/>
                  <a:pt x="4548482" y="1568643"/>
                </a:cubicBezTo>
                <a:cubicBezTo>
                  <a:pt x="4543256" y="2340350"/>
                  <a:pt x="4346080" y="3076780"/>
                  <a:pt x="4028886" y="3710287"/>
                </a:cubicBezTo>
                <a:lnTo>
                  <a:pt x="4021678" y="3723859"/>
                </a:lnTo>
                <a:lnTo>
                  <a:pt x="0" y="3723859"/>
                </a:lnTo>
                <a:lnTo>
                  <a:pt x="0" y="1455242"/>
                </a:lnTo>
                <a:lnTo>
                  <a:pt x="170674" y="1364030"/>
                </a:lnTo>
                <a:cubicBezTo>
                  <a:pt x="240826" y="1327045"/>
                  <a:pt x="308382" y="1291596"/>
                  <a:pt x="371971" y="1257338"/>
                </a:cubicBezTo>
                <a:cubicBezTo>
                  <a:pt x="1092270" y="868657"/>
                  <a:pt x="1814145" y="480776"/>
                  <a:pt x="2579168" y="156654"/>
                </a:cubicBezTo>
                <a:cubicBezTo>
                  <a:pt x="2774058" y="73994"/>
                  <a:pt x="3006499" y="6609"/>
                  <a:pt x="3246912" y="458"/>
                </a:cubicBezTo>
                <a:close/>
              </a:path>
            </a:pathLst>
          </a:custGeom>
          <a:solidFill>
            <a:schemeClr val="accent3"/>
          </a:solidFill>
        </p:spPr>
        <p:txBody>
          <a:bodyPr wrap="square">
            <a:noAutofit/>
          </a:bodyPr>
          <a:lstStyle/>
          <a:p>
            <a:r>
              <a:rPr lang="en-US"/>
              <a:t>Click icon to add picture</a:t>
            </a:r>
            <a:endParaRPr lang="en-US" dirty="0"/>
          </a:p>
        </p:txBody>
      </p:sp>
      <p:sp>
        <p:nvSpPr>
          <p:cNvPr id="22" name="Picture Placeholder 21">
            <a:extLst>
              <a:ext uri="{FF2B5EF4-FFF2-40B4-BE49-F238E27FC236}">
                <a16:creationId xmlns:a16="http://schemas.microsoft.com/office/drawing/2014/main" id="{51995BAA-F48C-452E-8FB3-2036819AAE78}"/>
              </a:ext>
            </a:extLst>
          </p:cNvPr>
          <p:cNvSpPr>
            <a:spLocks noGrp="1"/>
          </p:cNvSpPr>
          <p:nvPr>
            <p:ph type="pic" sz="quarter" idx="15"/>
          </p:nvPr>
        </p:nvSpPr>
        <p:spPr>
          <a:xfrm>
            <a:off x="9889048" y="314073"/>
            <a:ext cx="2302952" cy="5820494"/>
          </a:xfrm>
          <a:custGeom>
            <a:avLst/>
            <a:gdLst>
              <a:gd name="connsiteX0" fmla="*/ 2302952 w 2302952"/>
              <a:gd name="connsiteY0" fmla="*/ 0 h 5820494"/>
              <a:gd name="connsiteX1" fmla="*/ 2302951 w 2302952"/>
              <a:gd name="connsiteY1" fmla="*/ 5489408 h 5820494"/>
              <a:gd name="connsiteX2" fmla="*/ 2214998 w 2302952"/>
              <a:gd name="connsiteY2" fmla="*/ 5568668 h 5820494"/>
              <a:gd name="connsiteX3" fmla="*/ 980229 w 2302952"/>
              <a:gd name="connsiteY3" fmla="*/ 5533905 h 5820494"/>
              <a:gd name="connsiteX4" fmla="*/ 34664 w 2302952"/>
              <a:gd name="connsiteY4" fmla="*/ 2458684 h 5820494"/>
              <a:gd name="connsiteX5" fmla="*/ 962915 w 2302952"/>
              <a:gd name="connsiteY5" fmla="*/ 888011 h 5820494"/>
              <a:gd name="connsiteX6" fmla="*/ 2089185 w 2302952"/>
              <a:gd name="connsiteY6" fmla="*/ 110594 h 582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2952" h="5820494">
                <a:moveTo>
                  <a:pt x="2302952" y="0"/>
                </a:moveTo>
                <a:lnTo>
                  <a:pt x="2302951" y="5489408"/>
                </a:lnTo>
                <a:lnTo>
                  <a:pt x="2214998" y="5568668"/>
                </a:lnTo>
                <a:cubicBezTo>
                  <a:pt x="1859218" y="5862586"/>
                  <a:pt x="1445746" y="5956656"/>
                  <a:pt x="980229" y="5533905"/>
                </a:cubicBezTo>
                <a:cubicBezTo>
                  <a:pt x="245766" y="4867048"/>
                  <a:pt x="-119012" y="3425160"/>
                  <a:pt x="34664" y="2458684"/>
                </a:cubicBezTo>
                <a:cubicBezTo>
                  <a:pt x="135459" y="1823441"/>
                  <a:pt x="507389" y="1284554"/>
                  <a:pt x="962915" y="888011"/>
                </a:cubicBezTo>
                <a:cubicBezTo>
                  <a:pt x="1150308" y="724995"/>
                  <a:pt x="1591681" y="387625"/>
                  <a:pt x="2089185" y="110594"/>
                </a:cubicBezTo>
                <a:close/>
              </a:path>
            </a:pathLst>
          </a:custGeom>
          <a:solidFill>
            <a:schemeClr val="accent3"/>
          </a:solidFill>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174451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a:xfrm>
            <a:off x="853440" y="1823866"/>
            <a:ext cx="1049528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r>
              <a:rPr lang="en-US"/>
              <a:t>2/1/20XX</a:t>
            </a:r>
            <a:endParaRPr lang="en-US" dirty="0"/>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844007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D325DA79-98D3-4B75-A104-9B8CF2E52452}"/>
              </a:ext>
            </a:extLst>
          </p:cNvPr>
          <p:cNvSpPr>
            <a:spLocks noGrp="1"/>
          </p:cNvSpPr>
          <p:nvPr>
            <p:ph type="title"/>
          </p:nvPr>
        </p:nvSpPr>
        <p:spPr>
          <a:xfrm>
            <a:off x="751521" y="1732785"/>
            <a:ext cx="5263199" cy="1524000"/>
          </a:xfrm>
        </p:spPr>
        <p:txBody>
          <a:bodyPr>
            <a:noAutofit/>
          </a:bodyPr>
          <a:lstStyle>
            <a:lvl1pPr>
              <a:defRPr sz="4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0689288-6A1A-4457-8998-96D415487D06}"/>
              </a:ext>
            </a:extLst>
          </p:cNvPr>
          <p:cNvSpPr>
            <a:spLocks noGrp="1"/>
          </p:cNvSpPr>
          <p:nvPr>
            <p:ph sz="quarter" idx="15" hasCustomPrompt="1"/>
          </p:nvPr>
        </p:nvSpPr>
        <p:spPr>
          <a:xfrm>
            <a:off x="751521" y="3269458"/>
            <a:ext cx="5344477" cy="3092449"/>
          </a:xfrm>
        </p:spPr>
        <p:txBody>
          <a:bodyPr anchor="ctr">
            <a:noAutofit/>
          </a:bodyPr>
          <a:lstStyle>
            <a:lvl1pPr>
              <a:defRPr sz="2800"/>
            </a:lvl1pPr>
            <a:lvl2pPr>
              <a:defRPr sz="3600"/>
            </a:lvl2pPr>
            <a:lvl3pPr>
              <a:defRPr sz="3600"/>
            </a:lvl3pPr>
            <a:lvl4pPr>
              <a:defRPr sz="3600"/>
            </a:lvl4pPr>
            <a:lvl5pPr>
              <a:defRPr sz="3600"/>
            </a:lvl5pPr>
          </a:lstStyle>
          <a:p>
            <a:pPr lvl="0"/>
            <a:r>
              <a:rPr lang="en-US" dirty="0"/>
              <a:t>Object</a:t>
            </a:r>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r>
              <a:rPr lang="en-US"/>
              <a:t>2/1/20XX</a:t>
            </a:r>
            <a:endParaRPr lang="en-US" dirty="0"/>
          </a:p>
        </p:txBody>
      </p:sp>
      <p:sp>
        <p:nvSpPr>
          <p:cNvPr id="12" name="Picture Placeholder 11">
            <a:extLst>
              <a:ext uri="{FF2B5EF4-FFF2-40B4-BE49-F238E27FC236}">
                <a16:creationId xmlns:a16="http://schemas.microsoft.com/office/drawing/2014/main" id="{B0265BFC-F12F-4129-9A10-7A6D278A9C69}"/>
              </a:ext>
            </a:extLst>
          </p:cNvPr>
          <p:cNvSpPr>
            <a:spLocks noGrp="1"/>
          </p:cNvSpPr>
          <p:nvPr>
            <p:ph type="pic" sz="quarter" idx="13"/>
          </p:nvPr>
        </p:nvSpPr>
        <p:spPr>
          <a:xfrm>
            <a:off x="6435910" y="1"/>
            <a:ext cx="5756090" cy="3960681"/>
          </a:xfrm>
          <a:custGeom>
            <a:avLst/>
            <a:gdLst>
              <a:gd name="connsiteX0" fmla="*/ 0 w 5756090"/>
              <a:gd name="connsiteY0" fmla="*/ 0 h 3960681"/>
              <a:gd name="connsiteX1" fmla="*/ 5756090 w 5756090"/>
              <a:gd name="connsiteY1" fmla="*/ 0 h 3960681"/>
              <a:gd name="connsiteX2" fmla="*/ 5756090 w 5756090"/>
              <a:gd name="connsiteY2" fmla="*/ 3463038 h 3960681"/>
              <a:gd name="connsiteX3" fmla="*/ 5558511 w 5756090"/>
              <a:gd name="connsiteY3" fmla="*/ 3561320 h 3960681"/>
              <a:gd name="connsiteX4" fmla="*/ 3480391 w 5756090"/>
              <a:gd name="connsiteY4" fmla="*/ 3940416 h 3960681"/>
              <a:gd name="connsiteX5" fmla="*/ 1605774 w 5756090"/>
              <a:gd name="connsiteY5" fmla="*/ 2854397 h 3960681"/>
              <a:gd name="connsiteX6" fmla="*/ 74389 w 5756090"/>
              <a:gd name="connsiteY6" fmla="*/ 325223 h 3960681"/>
              <a:gd name="connsiteX7" fmla="*/ 16895 w 5756090"/>
              <a:gd name="connsiteY7" fmla="*/ 104576 h 3960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56090" h="3960681">
                <a:moveTo>
                  <a:pt x="0" y="0"/>
                </a:moveTo>
                <a:lnTo>
                  <a:pt x="5756090" y="0"/>
                </a:lnTo>
                <a:lnTo>
                  <a:pt x="5756090" y="3463038"/>
                </a:lnTo>
                <a:lnTo>
                  <a:pt x="5558511" y="3561320"/>
                </a:lnTo>
                <a:cubicBezTo>
                  <a:pt x="4879339" y="3874528"/>
                  <a:pt x="4103797" y="4016776"/>
                  <a:pt x="3480391" y="3940416"/>
                </a:cubicBezTo>
                <a:cubicBezTo>
                  <a:pt x="2751968" y="3851461"/>
                  <a:pt x="2103010" y="3410677"/>
                  <a:pt x="1605774" y="2854397"/>
                </a:cubicBezTo>
                <a:cubicBezTo>
                  <a:pt x="1278696" y="2488237"/>
                  <a:pt x="377050" y="1320622"/>
                  <a:pt x="74389" y="325223"/>
                </a:cubicBezTo>
                <a:cubicBezTo>
                  <a:pt x="51690" y="250568"/>
                  <a:pt x="32361" y="176882"/>
                  <a:pt x="16895" y="104576"/>
                </a:cubicBezTo>
                <a:close/>
              </a:path>
            </a:pathLst>
          </a:custGeom>
          <a:solidFill>
            <a:schemeClr val="accent3"/>
          </a:solidFill>
        </p:spPr>
        <p:txBody>
          <a:bodyPr wrap="square" anchor="ctr">
            <a:noAutofit/>
          </a:bodyPr>
          <a:lstStyle>
            <a:lvl1pPr algn="ctr">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55CAD1C3-A879-4B95-B5C1-4D7B725EB70F}"/>
              </a:ext>
            </a:extLst>
          </p:cNvPr>
          <p:cNvSpPr>
            <a:spLocks noGrp="1"/>
          </p:cNvSpPr>
          <p:nvPr>
            <p:ph type="pic" sz="quarter" idx="14"/>
          </p:nvPr>
        </p:nvSpPr>
        <p:spPr>
          <a:xfrm>
            <a:off x="3028871" y="4949374"/>
            <a:ext cx="5796193" cy="1908627"/>
          </a:xfrm>
          <a:custGeom>
            <a:avLst/>
            <a:gdLst>
              <a:gd name="connsiteX0" fmla="*/ 3174283 w 5796193"/>
              <a:gd name="connsiteY0" fmla="*/ 18 h 1908627"/>
              <a:gd name="connsiteX1" fmla="*/ 5218462 w 5796193"/>
              <a:gd name="connsiteY1" fmla="*/ 1459807 h 1908627"/>
              <a:gd name="connsiteX2" fmla="*/ 5309125 w 5796193"/>
              <a:gd name="connsiteY2" fmla="*/ 1537598 h 1908627"/>
              <a:gd name="connsiteX3" fmla="*/ 5693890 w 5796193"/>
              <a:gd name="connsiteY3" fmla="*/ 1830997 h 1908627"/>
              <a:gd name="connsiteX4" fmla="*/ 5796193 w 5796193"/>
              <a:gd name="connsiteY4" fmla="*/ 1908627 h 1908627"/>
              <a:gd name="connsiteX5" fmla="*/ 0 w 5796193"/>
              <a:gd name="connsiteY5" fmla="*/ 1908627 h 1908627"/>
              <a:gd name="connsiteX6" fmla="*/ 36796 w 5796193"/>
              <a:gd name="connsiteY6" fmla="*/ 1862978 h 1908627"/>
              <a:gd name="connsiteX7" fmla="*/ 930039 w 5796193"/>
              <a:gd name="connsiteY7" fmla="*/ 1021399 h 1908627"/>
              <a:gd name="connsiteX8" fmla="*/ 3174283 w 5796193"/>
              <a:gd name="connsiteY8" fmla="*/ 18 h 19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96193" h="1908627">
                <a:moveTo>
                  <a:pt x="3174283" y="18"/>
                </a:moveTo>
                <a:cubicBezTo>
                  <a:pt x="3946119" y="-4705"/>
                  <a:pt x="4675803" y="959667"/>
                  <a:pt x="5218462" y="1459807"/>
                </a:cubicBezTo>
                <a:cubicBezTo>
                  <a:pt x="5237529" y="1477442"/>
                  <a:pt x="5268648" y="1503898"/>
                  <a:pt x="5309125" y="1537598"/>
                </a:cubicBezTo>
                <a:cubicBezTo>
                  <a:pt x="5427311" y="1636255"/>
                  <a:pt x="5560174" y="1732098"/>
                  <a:pt x="5693890" y="1830997"/>
                </a:cubicBezTo>
                <a:lnTo>
                  <a:pt x="5796193" y="1908627"/>
                </a:lnTo>
                <a:lnTo>
                  <a:pt x="0" y="1908627"/>
                </a:lnTo>
                <a:lnTo>
                  <a:pt x="36796" y="1862978"/>
                </a:lnTo>
                <a:cubicBezTo>
                  <a:pt x="326152" y="1521692"/>
                  <a:pt x="689989" y="1221705"/>
                  <a:pt x="930039" y="1021399"/>
                </a:cubicBezTo>
                <a:cubicBezTo>
                  <a:pt x="1540951" y="511494"/>
                  <a:pt x="2324829" y="5378"/>
                  <a:pt x="3174283" y="18"/>
                </a:cubicBezTo>
                <a:close/>
              </a:path>
            </a:pathLst>
          </a:custGeom>
          <a:solidFill>
            <a:schemeClr val="accent3"/>
          </a:solidFill>
        </p:spPr>
        <p:txBody>
          <a:bodyPr wrap="square" anchor="b">
            <a:noAutofit/>
          </a:bodyPr>
          <a:lstStyle>
            <a:lvl1pPr algn="ctr">
              <a:defRPr/>
            </a:lvl1pPr>
          </a:lstStyle>
          <a:p>
            <a:r>
              <a:rPr lang="en-US"/>
              <a:t>Click icon to add picture</a:t>
            </a:r>
            <a:endParaRPr lang="en-US" dirty="0"/>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
        <p:nvSpPr>
          <p:cNvPr id="6" name="Freeform: Shape 5">
            <a:extLst>
              <a:ext uri="{FF2B5EF4-FFF2-40B4-BE49-F238E27FC236}">
                <a16:creationId xmlns:a16="http://schemas.microsoft.com/office/drawing/2014/main" id="{89AC3B5B-97EB-4572-B908-B16581013B94}"/>
              </a:ext>
              <a:ext uri="{C183D7F6-B498-43B3-948B-1728B52AA6E4}">
                <adec:decorative xmlns:adec="http://schemas.microsoft.com/office/drawing/2017/decorative" val="1"/>
              </a:ext>
            </a:extLst>
          </p:cNvPr>
          <p:cNvSpPr/>
          <p:nvPr userDrawn="1"/>
        </p:nvSpPr>
        <p:spPr>
          <a:xfrm>
            <a:off x="6674051" y="-22158"/>
            <a:ext cx="5517949" cy="4594156"/>
          </a:xfrm>
          <a:custGeom>
            <a:avLst/>
            <a:gdLst>
              <a:gd name="connsiteX0" fmla="*/ 0 w 5756090"/>
              <a:gd name="connsiteY0" fmla="*/ 0 h 3960681"/>
              <a:gd name="connsiteX1" fmla="*/ 5756090 w 5756090"/>
              <a:gd name="connsiteY1" fmla="*/ 0 h 3960681"/>
              <a:gd name="connsiteX2" fmla="*/ 5756090 w 5756090"/>
              <a:gd name="connsiteY2" fmla="*/ 3463038 h 3960681"/>
              <a:gd name="connsiteX3" fmla="*/ 5558511 w 5756090"/>
              <a:gd name="connsiteY3" fmla="*/ 3561320 h 3960681"/>
              <a:gd name="connsiteX4" fmla="*/ 3480391 w 5756090"/>
              <a:gd name="connsiteY4" fmla="*/ 3940416 h 3960681"/>
              <a:gd name="connsiteX5" fmla="*/ 1605774 w 5756090"/>
              <a:gd name="connsiteY5" fmla="*/ 2854397 h 3960681"/>
              <a:gd name="connsiteX6" fmla="*/ 74389 w 5756090"/>
              <a:gd name="connsiteY6" fmla="*/ 325223 h 3960681"/>
              <a:gd name="connsiteX7" fmla="*/ 16895 w 5756090"/>
              <a:gd name="connsiteY7" fmla="*/ 104576 h 3960681"/>
              <a:gd name="connsiteX0" fmla="*/ 5739463 w 5739463"/>
              <a:gd name="connsiteY0" fmla="*/ 0 h 3960681"/>
              <a:gd name="connsiteX1" fmla="*/ 5739463 w 5739463"/>
              <a:gd name="connsiteY1" fmla="*/ 3463038 h 3960681"/>
              <a:gd name="connsiteX2" fmla="*/ 5541884 w 5739463"/>
              <a:gd name="connsiteY2" fmla="*/ 3561320 h 3960681"/>
              <a:gd name="connsiteX3" fmla="*/ 3463764 w 5739463"/>
              <a:gd name="connsiteY3" fmla="*/ 3940416 h 3960681"/>
              <a:gd name="connsiteX4" fmla="*/ 1589147 w 5739463"/>
              <a:gd name="connsiteY4" fmla="*/ 2854397 h 3960681"/>
              <a:gd name="connsiteX5" fmla="*/ 57762 w 5739463"/>
              <a:gd name="connsiteY5" fmla="*/ 325223 h 3960681"/>
              <a:gd name="connsiteX6" fmla="*/ 268 w 5739463"/>
              <a:gd name="connsiteY6" fmla="*/ 104576 h 3960681"/>
              <a:gd name="connsiteX7" fmla="*/ 79475 w 5739463"/>
              <a:gd name="connsiteY7" fmla="*/ 79214 h 3960681"/>
              <a:gd name="connsiteX0" fmla="*/ 5739195 w 5739195"/>
              <a:gd name="connsiteY0" fmla="*/ 0 h 3960681"/>
              <a:gd name="connsiteX1" fmla="*/ 5739195 w 5739195"/>
              <a:gd name="connsiteY1" fmla="*/ 3463038 h 3960681"/>
              <a:gd name="connsiteX2" fmla="*/ 5541616 w 5739195"/>
              <a:gd name="connsiteY2" fmla="*/ 3561320 h 3960681"/>
              <a:gd name="connsiteX3" fmla="*/ 3463496 w 5739195"/>
              <a:gd name="connsiteY3" fmla="*/ 3940416 h 3960681"/>
              <a:gd name="connsiteX4" fmla="*/ 1588879 w 5739195"/>
              <a:gd name="connsiteY4" fmla="*/ 2854397 h 3960681"/>
              <a:gd name="connsiteX5" fmla="*/ 57494 w 5739195"/>
              <a:gd name="connsiteY5" fmla="*/ 325223 h 3960681"/>
              <a:gd name="connsiteX6" fmla="*/ 0 w 5739195"/>
              <a:gd name="connsiteY6" fmla="*/ 104576 h 3960681"/>
              <a:gd name="connsiteX0" fmla="*/ 5739195 w 5739195"/>
              <a:gd name="connsiteY0" fmla="*/ 3358462 h 3856105"/>
              <a:gd name="connsiteX1" fmla="*/ 5541616 w 5739195"/>
              <a:gd name="connsiteY1" fmla="*/ 3456744 h 3856105"/>
              <a:gd name="connsiteX2" fmla="*/ 3463496 w 5739195"/>
              <a:gd name="connsiteY2" fmla="*/ 3835840 h 3856105"/>
              <a:gd name="connsiteX3" fmla="*/ 1588879 w 5739195"/>
              <a:gd name="connsiteY3" fmla="*/ 2749821 h 3856105"/>
              <a:gd name="connsiteX4" fmla="*/ 57494 w 5739195"/>
              <a:gd name="connsiteY4" fmla="*/ 220647 h 3856105"/>
              <a:gd name="connsiteX5" fmla="*/ 0 w 5739195"/>
              <a:gd name="connsiteY5" fmla="*/ 0 h 3856105"/>
              <a:gd name="connsiteX0" fmla="*/ 5799259 w 5799259"/>
              <a:gd name="connsiteY0" fmla="*/ 3482233 h 3979876"/>
              <a:gd name="connsiteX1" fmla="*/ 5601680 w 5799259"/>
              <a:gd name="connsiteY1" fmla="*/ 3580515 h 3979876"/>
              <a:gd name="connsiteX2" fmla="*/ 3523560 w 5799259"/>
              <a:gd name="connsiteY2" fmla="*/ 3959611 h 3979876"/>
              <a:gd name="connsiteX3" fmla="*/ 1648943 w 5799259"/>
              <a:gd name="connsiteY3" fmla="*/ 2873592 h 3979876"/>
              <a:gd name="connsiteX4" fmla="*/ 117558 w 5799259"/>
              <a:gd name="connsiteY4" fmla="*/ 344418 h 3979876"/>
              <a:gd name="connsiteX5" fmla="*/ 0 w 5799259"/>
              <a:gd name="connsiteY5" fmla="*/ 0 h 3979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9259" h="3979876">
                <a:moveTo>
                  <a:pt x="5799259" y="3482233"/>
                </a:moveTo>
                <a:lnTo>
                  <a:pt x="5601680" y="3580515"/>
                </a:lnTo>
                <a:cubicBezTo>
                  <a:pt x="4922508" y="3893723"/>
                  <a:pt x="4146966" y="4035971"/>
                  <a:pt x="3523560" y="3959611"/>
                </a:cubicBezTo>
                <a:cubicBezTo>
                  <a:pt x="2795137" y="3870656"/>
                  <a:pt x="2146179" y="3429872"/>
                  <a:pt x="1648943" y="2873592"/>
                </a:cubicBezTo>
                <a:cubicBezTo>
                  <a:pt x="1321865" y="2507432"/>
                  <a:pt x="420219" y="1339817"/>
                  <a:pt x="117558" y="344418"/>
                </a:cubicBezTo>
                <a:cubicBezTo>
                  <a:pt x="94859" y="269763"/>
                  <a:pt x="15466" y="72306"/>
                  <a:pt x="0"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2357614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555E13C-150D-496C-9F53-468F2C948418}"/>
              </a:ext>
            </a:extLst>
          </p:cNvPr>
          <p:cNvSpPr>
            <a:spLocks noGrp="1"/>
          </p:cNvSpPr>
          <p:nvPr>
            <p:ph type="title"/>
          </p:nvPr>
        </p:nvSpPr>
        <p:spPr>
          <a:xfrm>
            <a:off x="758953" y="765930"/>
            <a:ext cx="10000488" cy="1345269"/>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r>
              <a:rPr lang="en-US"/>
              <a:t>2/1/20XX</a:t>
            </a:r>
            <a:endParaRPr lang="en-US" dirty="0"/>
          </a:p>
        </p:txBody>
      </p:sp>
      <p:sp>
        <p:nvSpPr>
          <p:cNvPr id="6" name="Freeform: Shape 5">
            <a:extLst>
              <a:ext uri="{FF2B5EF4-FFF2-40B4-BE49-F238E27FC236}">
                <a16:creationId xmlns:a16="http://schemas.microsoft.com/office/drawing/2014/main" id="{9E9106F4-7E32-4FF6-96C2-AEDF5C52F1EC}"/>
              </a:ext>
              <a:ext uri="{C183D7F6-B498-43B3-948B-1728B52AA6E4}">
                <adec:decorative xmlns:adec="http://schemas.microsoft.com/office/drawing/2017/decorative" val="1"/>
              </a:ext>
            </a:extLst>
          </p:cNvPr>
          <p:cNvSpPr/>
          <p:nvPr userDrawn="1"/>
        </p:nvSpPr>
        <p:spPr>
          <a:xfrm>
            <a:off x="890978" y="2085219"/>
            <a:ext cx="2299137" cy="2531684"/>
          </a:xfrm>
          <a:custGeom>
            <a:avLst/>
            <a:gdLst>
              <a:gd name="connsiteX0" fmla="*/ 1448892 w 2805016"/>
              <a:gd name="connsiteY0" fmla="*/ 1295 h 3049345"/>
              <a:gd name="connsiteX1" fmla="*/ 1762036 w 2805016"/>
              <a:gd name="connsiteY1" fmla="*/ 37054 h 3049345"/>
              <a:gd name="connsiteX2" fmla="*/ 2172496 w 2805016"/>
              <a:gd name="connsiteY2" fmla="*/ 276646 h 3049345"/>
              <a:gd name="connsiteX3" fmla="*/ 2494528 w 2805016"/>
              <a:gd name="connsiteY3" fmla="*/ 816190 h 3049345"/>
              <a:gd name="connsiteX4" fmla="*/ 2553622 w 2805016"/>
              <a:gd name="connsiteY4" fmla="*/ 932591 h 3049345"/>
              <a:gd name="connsiteX5" fmla="*/ 2789833 w 2805016"/>
              <a:gd name="connsiteY5" fmla="*/ 1841650 h 3049345"/>
              <a:gd name="connsiteX6" fmla="*/ 1939259 w 2805016"/>
              <a:gd name="connsiteY6" fmla="*/ 2818274 h 3049345"/>
              <a:gd name="connsiteX7" fmla="*/ 1752834 w 2805016"/>
              <a:gd name="connsiteY7" fmla="*/ 2904144 h 3049345"/>
              <a:gd name="connsiteX8" fmla="*/ 1191447 w 2805016"/>
              <a:gd name="connsiteY8" fmla="*/ 3038170 h 3049345"/>
              <a:gd name="connsiteX9" fmla="*/ 661126 w 2805016"/>
              <a:gd name="connsiteY9" fmla="*/ 2791872 h 3049345"/>
              <a:gd name="connsiteX10" fmla="*/ 256115 w 2805016"/>
              <a:gd name="connsiteY10" fmla="*/ 2313690 h 3049345"/>
              <a:gd name="connsiteX11" fmla="*/ 30620 w 2805016"/>
              <a:gd name="connsiteY11" fmla="*/ 1690804 h 3049345"/>
              <a:gd name="connsiteX12" fmla="*/ 29591 w 2805016"/>
              <a:gd name="connsiteY12" fmla="*/ 1037726 h 3049345"/>
              <a:gd name="connsiteX13" fmla="*/ 244525 w 2805016"/>
              <a:gd name="connsiteY13" fmla="*/ 519197 h 3049345"/>
              <a:gd name="connsiteX14" fmla="*/ 622356 w 2805016"/>
              <a:gd name="connsiteY14" fmla="*/ 183048 h 3049345"/>
              <a:gd name="connsiteX15" fmla="*/ 1448892 w 2805016"/>
              <a:gd name="connsiteY15" fmla="*/ 1295 h 3049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05016" h="3049345">
                <a:moveTo>
                  <a:pt x="1448892" y="1295"/>
                </a:moveTo>
                <a:cubicBezTo>
                  <a:pt x="1551302" y="5038"/>
                  <a:pt x="1656071" y="16908"/>
                  <a:pt x="1762036" y="37054"/>
                </a:cubicBezTo>
                <a:cubicBezTo>
                  <a:pt x="1931145" y="69206"/>
                  <a:pt x="2057720" y="143119"/>
                  <a:pt x="2172496" y="276646"/>
                </a:cubicBezTo>
                <a:cubicBezTo>
                  <a:pt x="2292557" y="416316"/>
                  <a:pt x="2390672" y="610536"/>
                  <a:pt x="2494528" y="816190"/>
                </a:cubicBezTo>
                <a:cubicBezTo>
                  <a:pt x="2513659" y="854126"/>
                  <a:pt x="2533480" y="893328"/>
                  <a:pt x="2553622" y="932591"/>
                </a:cubicBezTo>
                <a:cubicBezTo>
                  <a:pt x="2733870" y="1284027"/>
                  <a:pt x="2847724" y="1537159"/>
                  <a:pt x="2789833" y="1841650"/>
                </a:cubicBezTo>
                <a:cubicBezTo>
                  <a:pt x="2701624" y="2305599"/>
                  <a:pt x="2447254" y="2597690"/>
                  <a:pt x="1939259" y="2818274"/>
                </a:cubicBezTo>
                <a:cubicBezTo>
                  <a:pt x="1872770" y="2847138"/>
                  <a:pt x="1811781" y="2876114"/>
                  <a:pt x="1752834" y="2904144"/>
                </a:cubicBezTo>
                <a:cubicBezTo>
                  <a:pt x="1508432" y="3020297"/>
                  <a:pt x="1382512" y="3074496"/>
                  <a:pt x="1191447" y="3038170"/>
                </a:cubicBezTo>
                <a:cubicBezTo>
                  <a:pt x="1001732" y="3002100"/>
                  <a:pt x="823313" y="2919199"/>
                  <a:pt x="661126" y="2791872"/>
                </a:cubicBezTo>
                <a:cubicBezTo>
                  <a:pt x="502474" y="2667286"/>
                  <a:pt x="366163" y="2506376"/>
                  <a:pt x="256115" y="2313690"/>
                </a:cubicBezTo>
                <a:cubicBezTo>
                  <a:pt x="147904" y="2124290"/>
                  <a:pt x="69906" y="1908939"/>
                  <a:pt x="30620" y="1690804"/>
                </a:cubicBezTo>
                <a:cubicBezTo>
                  <a:pt x="-9871" y="1466769"/>
                  <a:pt x="-10191" y="1246967"/>
                  <a:pt x="29591" y="1037726"/>
                </a:cubicBezTo>
                <a:cubicBezTo>
                  <a:pt x="67109" y="840400"/>
                  <a:pt x="139452" y="665977"/>
                  <a:pt x="244525" y="519197"/>
                </a:cubicBezTo>
                <a:cubicBezTo>
                  <a:pt x="343054" y="381648"/>
                  <a:pt x="470192" y="268558"/>
                  <a:pt x="622356" y="183048"/>
                </a:cubicBezTo>
                <a:cubicBezTo>
                  <a:pt x="855671" y="51991"/>
                  <a:pt x="1141662" y="-9932"/>
                  <a:pt x="1448892" y="1295"/>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7" name="Freeform: Shape 6">
            <a:extLst>
              <a:ext uri="{FF2B5EF4-FFF2-40B4-BE49-F238E27FC236}">
                <a16:creationId xmlns:a16="http://schemas.microsoft.com/office/drawing/2014/main" id="{8E474408-DB73-4EA7-AD23-90BEF0E42219}"/>
              </a:ext>
              <a:ext uri="{C183D7F6-B498-43B3-948B-1728B52AA6E4}">
                <adec:decorative xmlns:adec="http://schemas.microsoft.com/office/drawing/2017/decorative" val="1"/>
              </a:ext>
            </a:extLst>
          </p:cNvPr>
          <p:cNvSpPr/>
          <p:nvPr userDrawn="1"/>
        </p:nvSpPr>
        <p:spPr>
          <a:xfrm>
            <a:off x="987583" y="2234914"/>
            <a:ext cx="2104785" cy="2231156"/>
          </a:xfrm>
          <a:custGeom>
            <a:avLst/>
            <a:gdLst>
              <a:gd name="connsiteX0" fmla="*/ 1177679 w 2567901"/>
              <a:gd name="connsiteY0" fmla="*/ 1063 h 2687367"/>
              <a:gd name="connsiteX1" fmla="*/ 1603094 w 2567901"/>
              <a:gd name="connsiteY1" fmla="*/ 35223 h 2687367"/>
              <a:gd name="connsiteX2" fmla="*/ 1980105 w 2567901"/>
              <a:gd name="connsiteY2" fmla="*/ 249099 h 2687367"/>
              <a:gd name="connsiteX3" fmla="*/ 2278200 w 2567901"/>
              <a:gd name="connsiteY3" fmla="*/ 726784 h 2687367"/>
              <a:gd name="connsiteX4" fmla="*/ 2333016 w 2567901"/>
              <a:gd name="connsiteY4" fmla="*/ 829771 h 2687367"/>
              <a:gd name="connsiteX5" fmla="*/ 2555036 w 2567901"/>
              <a:gd name="connsiteY5" fmla="*/ 1632596 h 2687367"/>
              <a:gd name="connsiteX6" fmla="*/ 1783436 w 2567901"/>
              <a:gd name="connsiteY6" fmla="*/ 2487849 h 2687367"/>
              <a:gd name="connsiteX7" fmla="*/ 1613480 w 2567901"/>
              <a:gd name="connsiteY7" fmla="*/ 2562316 h 2687367"/>
              <a:gd name="connsiteX8" fmla="*/ 1100869 w 2567901"/>
              <a:gd name="connsiteY8" fmla="*/ 2676769 h 2687367"/>
              <a:gd name="connsiteX9" fmla="*/ 614178 w 2567901"/>
              <a:gd name="connsiteY9" fmla="*/ 2456196 h 2687367"/>
              <a:gd name="connsiteX10" fmla="*/ 240586 w 2567901"/>
              <a:gd name="connsiteY10" fmla="*/ 2032054 h 2687367"/>
              <a:gd name="connsiteX11" fmla="*/ 30245 w 2567901"/>
              <a:gd name="connsiteY11" fmla="*/ 1481541 h 2687367"/>
              <a:gd name="connsiteX12" fmla="*/ 25021 w 2567901"/>
              <a:gd name="connsiteY12" fmla="*/ 905889 h 2687367"/>
              <a:gd name="connsiteX13" fmla="*/ 218217 w 2567901"/>
              <a:gd name="connsiteY13" fmla="*/ 450248 h 2687367"/>
              <a:gd name="connsiteX14" fmla="*/ 561607 w 2567901"/>
              <a:gd name="connsiteY14" fmla="*/ 156432 h 2687367"/>
              <a:gd name="connsiteX15" fmla="*/ 1177679 w 2567901"/>
              <a:gd name="connsiteY15" fmla="*/ 1063 h 268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67901" h="2687367">
                <a:moveTo>
                  <a:pt x="1177679" y="1063"/>
                </a:moveTo>
                <a:cubicBezTo>
                  <a:pt x="1314507" y="-3704"/>
                  <a:pt x="1457510" y="7543"/>
                  <a:pt x="1603094" y="35223"/>
                </a:cubicBezTo>
                <a:cubicBezTo>
                  <a:pt x="1757985" y="64671"/>
                  <a:pt x="1874247" y="130651"/>
                  <a:pt x="1980105" y="249099"/>
                </a:cubicBezTo>
                <a:cubicBezTo>
                  <a:pt x="2090840" y="372996"/>
                  <a:pt x="2181857" y="544832"/>
                  <a:pt x="2278200" y="726784"/>
                </a:cubicBezTo>
                <a:cubicBezTo>
                  <a:pt x="2295948" y="760348"/>
                  <a:pt x="2314335" y="795032"/>
                  <a:pt x="2333016" y="829771"/>
                </a:cubicBezTo>
                <a:cubicBezTo>
                  <a:pt x="2500190" y="1140721"/>
                  <a:pt x="2605991" y="1364587"/>
                  <a:pt x="2555036" y="1632596"/>
                </a:cubicBezTo>
                <a:cubicBezTo>
                  <a:pt x="2477395" y="2040959"/>
                  <a:pt x="2246644" y="2296751"/>
                  <a:pt x="1783436" y="2487849"/>
                </a:cubicBezTo>
                <a:cubicBezTo>
                  <a:pt x="1722809" y="2512855"/>
                  <a:pt x="1667214" y="2537996"/>
                  <a:pt x="1613480" y="2562316"/>
                </a:cubicBezTo>
                <a:cubicBezTo>
                  <a:pt x="1390692" y="2663095"/>
                  <a:pt x="1275870" y="2710042"/>
                  <a:pt x="1100869" y="2676769"/>
                </a:cubicBezTo>
                <a:cubicBezTo>
                  <a:pt x="927103" y="2643732"/>
                  <a:pt x="763363" y="2569490"/>
                  <a:pt x="614178" y="2456196"/>
                </a:cubicBezTo>
                <a:cubicBezTo>
                  <a:pt x="468245" y="2345340"/>
                  <a:pt x="342509" y="2202615"/>
                  <a:pt x="240586" y="2032054"/>
                </a:cubicBezTo>
                <a:cubicBezTo>
                  <a:pt x="140365" y="1864400"/>
                  <a:pt x="67610" y="1674071"/>
                  <a:pt x="30245" y="1481541"/>
                </a:cubicBezTo>
                <a:cubicBezTo>
                  <a:pt x="-8261" y="1283803"/>
                  <a:pt x="-9994" y="1090060"/>
                  <a:pt x="25021" y="905889"/>
                </a:cubicBezTo>
                <a:cubicBezTo>
                  <a:pt x="58043" y="732204"/>
                  <a:pt x="123071" y="578936"/>
                  <a:pt x="218217" y="450248"/>
                </a:cubicBezTo>
                <a:cubicBezTo>
                  <a:pt x="307436" y="329654"/>
                  <a:pt x="422987" y="230806"/>
                  <a:pt x="561607" y="156432"/>
                </a:cubicBezTo>
                <a:cubicBezTo>
                  <a:pt x="738731" y="61442"/>
                  <a:pt x="949631" y="9010"/>
                  <a:pt x="1177679" y="1063"/>
                </a:cubicBezTo>
                <a:close/>
              </a:path>
            </a:pathLst>
          </a:cu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8" name="Freeform: Shape 7">
            <a:extLst>
              <a:ext uri="{FF2B5EF4-FFF2-40B4-BE49-F238E27FC236}">
                <a16:creationId xmlns:a16="http://schemas.microsoft.com/office/drawing/2014/main" id="{D6083F6A-399B-48F1-8504-4E2E5DF89860}"/>
              </a:ext>
              <a:ext uri="{C183D7F6-B498-43B3-948B-1728B52AA6E4}">
                <adec:decorative xmlns:adec="http://schemas.microsoft.com/office/drawing/2017/decorative" val="1"/>
              </a:ext>
            </a:extLst>
          </p:cNvPr>
          <p:cNvSpPr/>
          <p:nvPr userDrawn="1"/>
        </p:nvSpPr>
        <p:spPr>
          <a:xfrm flipV="1">
            <a:off x="3525455" y="2246654"/>
            <a:ext cx="2203433" cy="2129303"/>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accent1">
              <a:alpha val="6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8">
            <a:extLst>
              <a:ext uri="{FF2B5EF4-FFF2-40B4-BE49-F238E27FC236}">
                <a16:creationId xmlns:a16="http://schemas.microsoft.com/office/drawing/2014/main" id="{3AFF428B-F281-4A21-BB33-FC14F2D9CDB1}"/>
              </a:ext>
              <a:ext uri="{C183D7F6-B498-43B3-948B-1728B52AA6E4}">
                <adec:decorative xmlns:adec="http://schemas.microsoft.com/office/drawing/2017/decorative" val="1"/>
              </a:ext>
            </a:extLst>
          </p:cNvPr>
          <p:cNvSpPr/>
          <p:nvPr userDrawn="1"/>
        </p:nvSpPr>
        <p:spPr>
          <a:xfrm flipV="1">
            <a:off x="3375489" y="2078498"/>
            <a:ext cx="2503365" cy="2465616"/>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C9A835EC-64A4-410D-8455-F71FCBF239CC}"/>
              </a:ext>
              <a:ext uri="{C183D7F6-B498-43B3-948B-1728B52AA6E4}">
                <adec:decorative xmlns:adec="http://schemas.microsoft.com/office/drawing/2017/decorative" val="1"/>
              </a:ext>
            </a:extLst>
          </p:cNvPr>
          <p:cNvSpPr/>
          <p:nvPr userDrawn="1"/>
        </p:nvSpPr>
        <p:spPr>
          <a:xfrm flipH="1">
            <a:off x="6096032" y="2093524"/>
            <a:ext cx="2372066" cy="2578683"/>
          </a:xfrm>
          <a:custGeom>
            <a:avLst/>
            <a:gdLst>
              <a:gd name="connsiteX0" fmla="*/ 1448892 w 2805016"/>
              <a:gd name="connsiteY0" fmla="*/ 1295 h 3049345"/>
              <a:gd name="connsiteX1" fmla="*/ 1762036 w 2805016"/>
              <a:gd name="connsiteY1" fmla="*/ 37054 h 3049345"/>
              <a:gd name="connsiteX2" fmla="*/ 2172496 w 2805016"/>
              <a:gd name="connsiteY2" fmla="*/ 276646 h 3049345"/>
              <a:gd name="connsiteX3" fmla="*/ 2494528 w 2805016"/>
              <a:gd name="connsiteY3" fmla="*/ 816190 h 3049345"/>
              <a:gd name="connsiteX4" fmla="*/ 2553622 w 2805016"/>
              <a:gd name="connsiteY4" fmla="*/ 932591 h 3049345"/>
              <a:gd name="connsiteX5" fmla="*/ 2789833 w 2805016"/>
              <a:gd name="connsiteY5" fmla="*/ 1841650 h 3049345"/>
              <a:gd name="connsiteX6" fmla="*/ 1939259 w 2805016"/>
              <a:gd name="connsiteY6" fmla="*/ 2818274 h 3049345"/>
              <a:gd name="connsiteX7" fmla="*/ 1752834 w 2805016"/>
              <a:gd name="connsiteY7" fmla="*/ 2904144 h 3049345"/>
              <a:gd name="connsiteX8" fmla="*/ 1191447 w 2805016"/>
              <a:gd name="connsiteY8" fmla="*/ 3038170 h 3049345"/>
              <a:gd name="connsiteX9" fmla="*/ 661126 w 2805016"/>
              <a:gd name="connsiteY9" fmla="*/ 2791872 h 3049345"/>
              <a:gd name="connsiteX10" fmla="*/ 256115 w 2805016"/>
              <a:gd name="connsiteY10" fmla="*/ 2313690 h 3049345"/>
              <a:gd name="connsiteX11" fmla="*/ 30620 w 2805016"/>
              <a:gd name="connsiteY11" fmla="*/ 1690804 h 3049345"/>
              <a:gd name="connsiteX12" fmla="*/ 29591 w 2805016"/>
              <a:gd name="connsiteY12" fmla="*/ 1037726 h 3049345"/>
              <a:gd name="connsiteX13" fmla="*/ 244525 w 2805016"/>
              <a:gd name="connsiteY13" fmla="*/ 519197 h 3049345"/>
              <a:gd name="connsiteX14" fmla="*/ 622356 w 2805016"/>
              <a:gd name="connsiteY14" fmla="*/ 183048 h 3049345"/>
              <a:gd name="connsiteX15" fmla="*/ 1448892 w 2805016"/>
              <a:gd name="connsiteY15" fmla="*/ 1295 h 3049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05016" h="3049345">
                <a:moveTo>
                  <a:pt x="1448892" y="1295"/>
                </a:moveTo>
                <a:cubicBezTo>
                  <a:pt x="1551302" y="5038"/>
                  <a:pt x="1656071" y="16908"/>
                  <a:pt x="1762036" y="37054"/>
                </a:cubicBezTo>
                <a:cubicBezTo>
                  <a:pt x="1931145" y="69206"/>
                  <a:pt x="2057720" y="143119"/>
                  <a:pt x="2172496" y="276646"/>
                </a:cubicBezTo>
                <a:cubicBezTo>
                  <a:pt x="2292557" y="416316"/>
                  <a:pt x="2390672" y="610536"/>
                  <a:pt x="2494528" y="816190"/>
                </a:cubicBezTo>
                <a:cubicBezTo>
                  <a:pt x="2513659" y="854126"/>
                  <a:pt x="2533480" y="893328"/>
                  <a:pt x="2553622" y="932591"/>
                </a:cubicBezTo>
                <a:cubicBezTo>
                  <a:pt x="2733870" y="1284027"/>
                  <a:pt x="2847724" y="1537159"/>
                  <a:pt x="2789833" y="1841650"/>
                </a:cubicBezTo>
                <a:cubicBezTo>
                  <a:pt x="2701624" y="2305599"/>
                  <a:pt x="2447254" y="2597690"/>
                  <a:pt x="1939259" y="2818274"/>
                </a:cubicBezTo>
                <a:cubicBezTo>
                  <a:pt x="1872770" y="2847138"/>
                  <a:pt x="1811781" y="2876114"/>
                  <a:pt x="1752834" y="2904144"/>
                </a:cubicBezTo>
                <a:cubicBezTo>
                  <a:pt x="1508432" y="3020297"/>
                  <a:pt x="1382512" y="3074496"/>
                  <a:pt x="1191447" y="3038170"/>
                </a:cubicBezTo>
                <a:cubicBezTo>
                  <a:pt x="1001732" y="3002100"/>
                  <a:pt x="823313" y="2919199"/>
                  <a:pt x="661126" y="2791872"/>
                </a:cubicBezTo>
                <a:cubicBezTo>
                  <a:pt x="502474" y="2667286"/>
                  <a:pt x="366163" y="2506376"/>
                  <a:pt x="256115" y="2313690"/>
                </a:cubicBezTo>
                <a:cubicBezTo>
                  <a:pt x="147904" y="2124290"/>
                  <a:pt x="69906" y="1908939"/>
                  <a:pt x="30620" y="1690804"/>
                </a:cubicBezTo>
                <a:cubicBezTo>
                  <a:pt x="-9871" y="1466769"/>
                  <a:pt x="-10191" y="1246967"/>
                  <a:pt x="29591" y="1037726"/>
                </a:cubicBezTo>
                <a:cubicBezTo>
                  <a:pt x="67109" y="840400"/>
                  <a:pt x="139452" y="665977"/>
                  <a:pt x="244525" y="519197"/>
                </a:cubicBezTo>
                <a:cubicBezTo>
                  <a:pt x="343054" y="381648"/>
                  <a:pt x="470192" y="268558"/>
                  <a:pt x="622356" y="183048"/>
                </a:cubicBezTo>
                <a:cubicBezTo>
                  <a:pt x="855671" y="51991"/>
                  <a:pt x="1141662" y="-9932"/>
                  <a:pt x="1448892" y="1295"/>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1" name="Freeform: Shape 10">
            <a:extLst>
              <a:ext uri="{FF2B5EF4-FFF2-40B4-BE49-F238E27FC236}">
                <a16:creationId xmlns:a16="http://schemas.microsoft.com/office/drawing/2014/main" id="{AF3EA8FF-EF64-46BE-85C1-CD234175F6CE}"/>
              </a:ext>
              <a:ext uri="{C183D7F6-B498-43B3-948B-1728B52AA6E4}">
                <adec:decorative xmlns:adec="http://schemas.microsoft.com/office/drawing/2017/decorative" val="1"/>
              </a:ext>
            </a:extLst>
          </p:cNvPr>
          <p:cNvSpPr/>
          <p:nvPr userDrawn="1"/>
        </p:nvSpPr>
        <p:spPr>
          <a:xfrm flipH="1">
            <a:off x="6196878" y="2245998"/>
            <a:ext cx="2171549" cy="2272576"/>
          </a:xfrm>
          <a:custGeom>
            <a:avLst/>
            <a:gdLst>
              <a:gd name="connsiteX0" fmla="*/ 1177679 w 2567901"/>
              <a:gd name="connsiteY0" fmla="*/ 1063 h 2687367"/>
              <a:gd name="connsiteX1" fmla="*/ 1603094 w 2567901"/>
              <a:gd name="connsiteY1" fmla="*/ 35223 h 2687367"/>
              <a:gd name="connsiteX2" fmla="*/ 1980105 w 2567901"/>
              <a:gd name="connsiteY2" fmla="*/ 249099 h 2687367"/>
              <a:gd name="connsiteX3" fmla="*/ 2278200 w 2567901"/>
              <a:gd name="connsiteY3" fmla="*/ 726784 h 2687367"/>
              <a:gd name="connsiteX4" fmla="*/ 2333016 w 2567901"/>
              <a:gd name="connsiteY4" fmla="*/ 829771 h 2687367"/>
              <a:gd name="connsiteX5" fmla="*/ 2555036 w 2567901"/>
              <a:gd name="connsiteY5" fmla="*/ 1632596 h 2687367"/>
              <a:gd name="connsiteX6" fmla="*/ 1783436 w 2567901"/>
              <a:gd name="connsiteY6" fmla="*/ 2487849 h 2687367"/>
              <a:gd name="connsiteX7" fmla="*/ 1613480 w 2567901"/>
              <a:gd name="connsiteY7" fmla="*/ 2562316 h 2687367"/>
              <a:gd name="connsiteX8" fmla="*/ 1100869 w 2567901"/>
              <a:gd name="connsiteY8" fmla="*/ 2676769 h 2687367"/>
              <a:gd name="connsiteX9" fmla="*/ 614178 w 2567901"/>
              <a:gd name="connsiteY9" fmla="*/ 2456196 h 2687367"/>
              <a:gd name="connsiteX10" fmla="*/ 240586 w 2567901"/>
              <a:gd name="connsiteY10" fmla="*/ 2032054 h 2687367"/>
              <a:gd name="connsiteX11" fmla="*/ 30245 w 2567901"/>
              <a:gd name="connsiteY11" fmla="*/ 1481541 h 2687367"/>
              <a:gd name="connsiteX12" fmla="*/ 25021 w 2567901"/>
              <a:gd name="connsiteY12" fmla="*/ 905889 h 2687367"/>
              <a:gd name="connsiteX13" fmla="*/ 218217 w 2567901"/>
              <a:gd name="connsiteY13" fmla="*/ 450248 h 2687367"/>
              <a:gd name="connsiteX14" fmla="*/ 561607 w 2567901"/>
              <a:gd name="connsiteY14" fmla="*/ 156432 h 2687367"/>
              <a:gd name="connsiteX15" fmla="*/ 1177679 w 2567901"/>
              <a:gd name="connsiteY15" fmla="*/ 1063 h 268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67901" h="2687367">
                <a:moveTo>
                  <a:pt x="1177679" y="1063"/>
                </a:moveTo>
                <a:cubicBezTo>
                  <a:pt x="1314507" y="-3704"/>
                  <a:pt x="1457510" y="7543"/>
                  <a:pt x="1603094" y="35223"/>
                </a:cubicBezTo>
                <a:cubicBezTo>
                  <a:pt x="1757985" y="64671"/>
                  <a:pt x="1874247" y="130651"/>
                  <a:pt x="1980105" y="249099"/>
                </a:cubicBezTo>
                <a:cubicBezTo>
                  <a:pt x="2090840" y="372996"/>
                  <a:pt x="2181857" y="544832"/>
                  <a:pt x="2278200" y="726784"/>
                </a:cubicBezTo>
                <a:cubicBezTo>
                  <a:pt x="2295948" y="760348"/>
                  <a:pt x="2314335" y="795032"/>
                  <a:pt x="2333016" y="829771"/>
                </a:cubicBezTo>
                <a:cubicBezTo>
                  <a:pt x="2500190" y="1140721"/>
                  <a:pt x="2605991" y="1364587"/>
                  <a:pt x="2555036" y="1632596"/>
                </a:cubicBezTo>
                <a:cubicBezTo>
                  <a:pt x="2477395" y="2040959"/>
                  <a:pt x="2246644" y="2296751"/>
                  <a:pt x="1783436" y="2487849"/>
                </a:cubicBezTo>
                <a:cubicBezTo>
                  <a:pt x="1722809" y="2512855"/>
                  <a:pt x="1667214" y="2537996"/>
                  <a:pt x="1613480" y="2562316"/>
                </a:cubicBezTo>
                <a:cubicBezTo>
                  <a:pt x="1390692" y="2663095"/>
                  <a:pt x="1275870" y="2710042"/>
                  <a:pt x="1100869" y="2676769"/>
                </a:cubicBezTo>
                <a:cubicBezTo>
                  <a:pt x="927103" y="2643732"/>
                  <a:pt x="763363" y="2569490"/>
                  <a:pt x="614178" y="2456196"/>
                </a:cubicBezTo>
                <a:cubicBezTo>
                  <a:pt x="468245" y="2345340"/>
                  <a:pt x="342509" y="2202615"/>
                  <a:pt x="240586" y="2032054"/>
                </a:cubicBezTo>
                <a:cubicBezTo>
                  <a:pt x="140365" y="1864400"/>
                  <a:pt x="67610" y="1674071"/>
                  <a:pt x="30245" y="1481541"/>
                </a:cubicBezTo>
                <a:cubicBezTo>
                  <a:pt x="-8261" y="1283803"/>
                  <a:pt x="-9994" y="1090060"/>
                  <a:pt x="25021" y="905889"/>
                </a:cubicBezTo>
                <a:cubicBezTo>
                  <a:pt x="58043" y="732204"/>
                  <a:pt x="123071" y="578936"/>
                  <a:pt x="218217" y="450248"/>
                </a:cubicBezTo>
                <a:cubicBezTo>
                  <a:pt x="307436" y="329654"/>
                  <a:pt x="422987" y="230806"/>
                  <a:pt x="561607" y="156432"/>
                </a:cubicBezTo>
                <a:cubicBezTo>
                  <a:pt x="738731" y="61442"/>
                  <a:pt x="949631" y="9010"/>
                  <a:pt x="1177679" y="1063"/>
                </a:cubicBezTo>
                <a:close/>
              </a:path>
            </a:pathLst>
          </a:cu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ED4A1BDD-165B-40C1-80E7-4E2915961815}"/>
              </a:ext>
              <a:ext uri="{C183D7F6-B498-43B3-948B-1728B52AA6E4}">
                <adec:decorative xmlns:adec="http://schemas.microsoft.com/office/drawing/2017/decorative" val="1"/>
              </a:ext>
            </a:extLst>
          </p:cNvPr>
          <p:cNvSpPr/>
          <p:nvPr userDrawn="1"/>
        </p:nvSpPr>
        <p:spPr>
          <a:xfrm flipH="1">
            <a:off x="8821239" y="2234766"/>
            <a:ext cx="2231314" cy="2232590"/>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accent1">
              <a:alpha val="6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FD9D8042-BB75-44E9-8789-7F3FDEF8C366}"/>
              </a:ext>
              <a:ext uri="{C183D7F6-B498-43B3-948B-1728B52AA6E4}">
                <adec:decorative xmlns:adec="http://schemas.microsoft.com/office/drawing/2017/decorative" val="1"/>
              </a:ext>
            </a:extLst>
          </p:cNvPr>
          <p:cNvSpPr/>
          <p:nvPr userDrawn="1"/>
        </p:nvSpPr>
        <p:spPr>
          <a:xfrm flipH="1">
            <a:off x="8669375" y="2058453"/>
            <a:ext cx="2535041" cy="2585216"/>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Picture Placeholder 24">
            <a:extLst>
              <a:ext uri="{FF2B5EF4-FFF2-40B4-BE49-F238E27FC236}">
                <a16:creationId xmlns:a16="http://schemas.microsoft.com/office/drawing/2014/main" id="{FD87B2A7-C62E-4B54-BF5F-9A4F8FD28A64}"/>
              </a:ext>
            </a:extLst>
          </p:cNvPr>
          <p:cNvSpPr>
            <a:spLocks noGrp="1"/>
          </p:cNvSpPr>
          <p:nvPr>
            <p:ph type="pic" sz="quarter" idx="13"/>
          </p:nvPr>
        </p:nvSpPr>
        <p:spPr>
          <a:xfrm>
            <a:off x="1119304" y="2388000"/>
            <a:ext cx="1841341" cy="1951895"/>
          </a:xfrm>
          <a:custGeom>
            <a:avLst/>
            <a:gdLst>
              <a:gd name="connsiteX0" fmla="*/ 943962 w 1841341"/>
              <a:gd name="connsiteY0" fmla="*/ 1198 h 1951895"/>
              <a:gd name="connsiteX1" fmla="*/ 1149516 w 1841341"/>
              <a:gd name="connsiteY1" fmla="*/ 25582 h 1951895"/>
              <a:gd name="connsiteX2" fmla="*/ 1419855 w 1841341"/>
              <a:gd name="connsiteY2" fmla="*/ 180925 h 1951895"/>
              <a:gd name="connsiteX3" fmla="*/ 1633609 w 1841341"/>
              <a:gd name="connsiteY3" fmla="*/ 527878 h 1951895"/>
              <a:gd name="connsiteX4" fmla="*/ 1672914 w 1841341"/>
              <a:gd name="connsiteY4" fmla="*/ 602680 h 1951895"/>
              <a:gd name="connsiteX5" fmla="*/ 1832115 w 1841341"/>
              <a:gd name="connsiteY5" fmla="*/ 1185791 h 1951895"/>
              <a:gd name="connsiteX6" fmla="*/ 1278832 w 1841341"/>
              <a:gd name="connsiteY6" fmla="*/ 1806981 h 1951895"/>
              <a:gd name="connsiteX7" fmla="*/ 1156963 w 1841341"/>
              <a:gd name="connsiteY7" fmla="*/ 1861067 h 1951895"/>
              <a:gd name="connsiteX8" fmla="*/ 789390 w 1841341"/>
              <a:gd name="connsiteY8" fmla="*/ 1944198 h 1951895"/>
              <a:gd name="connsiteX9" fmla="*/ 440403 w 1841341"/>
              <a:gd name="connsiteY9" fmla="*/ 1783988 h 1951895"/>
              <a:gd name="connsiteX10" fmla="*/ 172515 w 1841341"/>
              <a:gd name="connsiteY10" fmla="*/ 1475925 h 1951895"/>
              <a:gd name="connsiteX11" fmla="*/ 21688 w 1841341"/>
              <a:gd name="connsiteY11" fmla="*/ 1076077 h 1951895"/>
              <a:gd name="connsiteX12" fmla="*/ 17942 w 1841341"/>
              <a:gd name="connsiteY12" fmla="*/ 657967 h 1951895"/>
              <a:gd name="connsiteX13" fmla="*/ 156475 w 1841341"/>
              <a:gd name="connsiteY13" fmla="*/ 327024 h 1951895"/>
              <a:gd name="connsiteX14" fmla="*/ 402707 w 1841341"/>
              <a:gd name="connsiteY14" fmla="*/ 113619 h 1951895"/>
              <a:gd name="connsiteX15" fmla="*/ 943962 w 1841341"/>
              <a:gd name="connsiteY15" fmla="*/ 1198 h 195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1341" h="1951895">
                <a:moveTo>
                  <a:pt x="943962" y="1198"/>
                </a:moveTo>
                <a:cubicBezTo>
                  <a:pt x="1011149" y="4081"/>
                  <a:pt x="1079921" y="12180"/>
                  <a:pt x="1149516" y="25582"/>
                </a:cubicBezTo>
                <a:cubicBezTo>
                  <a:pt x="1260583" y="46971"/>
                  <a:pt x="1343948" y="94895"/>
                  <a:pt x="1419855" y="180925"/>
                </a:cubicBezTo>
                <a:cubicBezTo>
                  <a:pt x="1499259" y="270915"/>
                  <a:pt x="1564524" y="395723"/>
                  <a:pt x="1633609" y="527878"/>
                </a:cubicBezTo>
                <a:cubicBezTo>
                  <a:pt x="1646334" y="552257"/>
                  <a:pt x="1659519" y="577450"/>
                  <a:pt x="1672914" y="602680"/>
                </a:cubicBezTo>
                <a:cubicBezTo>
                  <a:pt x="1792788" y="828529"/>
                  <a:pt x="1868654" y="991130"/>
                  <a:pt x="1832115" y="1185791"/>
                </a:cubicBezTo>
                <a:cubicBezTo>
                  <a:pt x="1776443" y="1482394"/>
                  <a:pt x="1610980" y="1668181"/>
                  <a:pt x="1278832" y="1806981"/>
                </a:cubicBezTo>
                <a:cubicBezTo>
                  <a:pt x="1235359" y="1825142"/>
                  <a:pt x="1195494" y="1843403"/>
                  <a:pt x="1156963" y="1861067"/>
                </a:cubicBezTo>
                <a:cubicBezTo>
                  <a:pt x="997211" y="1934265"/>
                  <a:pt x="914877" y="1968364"/>
                  <a:pt x="789390" y="1944198"/>
                </a:cubicBezTo>
                <a:cubicBezTo>
                  <a:pt x="664790" y="1920202"/>
                  <a:pt x="547378" y="1866278"/>
                  <a:pt x="440403" y="1783988"/>
                </a:cubicBezTo>
                <a:cubicBezTo>
                  <a:pt x="335760" y="1703473"/>
                  <a:pt x="245599" y="1599808"/>
                  <a:pt x="172515" y="1475925"/>
                </a:cubicBezTo>
                <a:cubicBezTo>
                  <a:pt x="100651" y="1354155"/>
                  <a:pt x="48481" y="1215915"/>
                  <a:pt x="21688" y="1076077"/>
                </a:cubicBezTo>
                <a:cubicBezTo>
                  <a:pt x="-5923" y="932454"/>
                  <a:pt x="-7167" y="791734"/>
                  <a:pt x="17942" y="657967"/>
                </a:cubicBezTo>
                <a:cubicBezTo>
                  <a:pt x="41621" y="531815"/>
                  <a:pt x="88250" y="420494"/>
                  <a:pt x="156475" y="327024"/>
                </a:cubicBezTo>
                <a:cubicBezTo>
                  <a:pt x="220451" y="239434"/>
                  <a:pt x="303307" y="167639"/>
                  <a:pt x="402707" y="113619"/>
                </a:cubicBezTo>
                <a:cubicBezTo>
                  <a:pt x="555118" y="30826"/>
                  <a:pt x="742403" y="-7453"/>
                  <a:pt x="943962" y="1198"/>
                </a:cubicBezTo>
                <a:close/>
              </a:path>
            </a:pathLst>
          </a:custGeom>
          <a:solidFill>
            <a:schemeClr val="accent4"/>
          </a:solidFill>
        </p:spPr>
        <p:txBody>
          <a:bodyPr wrap="square">
            <a:noAutofit/>
          </a:bodyPr>
          <a:lstStyle/>
          <a:p>
            <a:r>
              <a:rPr lang="en-US"/>
              <a:t>Click icon to add picture</a:t>
            </a:r>
            <a:endParaRPr lang="en-US" dirty="0"/>
          </a:p>
        </p:txBody>
      </p:sp>
      <p:sp>
        <p:nvSpPr>
          <p:cNvPr id="18" name="Text Placeholder 14">
            <a:extLst>
              <a:ext uri="{FF2B5EF4-FFF2-40B4-BE49-F238E27FC236}">
                <a16:creationId xmlns:a16="http://schemas.microsoft.com/office/drawing/2014/main" id="{A44E03C4-C446-4889-8A6A-D464581B76D8}"/>
              </a:ext>
            </a:extLst>
          </p:cNvPr>
          <p:cNvSpPr>
            <a:spLocks noGrp="1"/>
          </p:cNvSpPr>
          <p:nvPr>
            <p:ph type="body" sz="quarter" idx="17" hasCustomPrompt="1"/>
          </p:nvPr>
        </p:nvSpPr>
        <p:spPr>
          <a:xfrm>
            <a:off x="918070" y="4735308"/>
            <a:ext cx="2299136" cy="557784"/>
          </a:xfrm>
        </p:spPr>
        <p:txBody>
          <a:bodyPr/>
          <a:lstStyle>
            <a:lvl1pPr marL="0" algn="ctr">
              <a:lnSpc>
                <a:spcPts val="1800"/>
              </a:lnSpc>
              <a:spcBef>
                <a:spcPts val="0"/>
              </a:spcBef>
              <a:buNone/>
              <a:defRPr sz="1800" b="1"/>
            </a:lvl1pPr>
          </a:lstStyle>
          <a:p>
            <a:pPr lvl="0"/>
            <a:r>
              <a:rPr lang="en-US" dirty="0"/>
              <a:t>Name </a:t>
            </a:r>
          </a:p>
        </p:txBody>
      </p:sp>
      <p:sp>
        <p:nvSpPr>
          <p:cNvPr id="22" name="Text Placeholder 14">
            <a:extLst>
              <a:ext uri="{FF2B5EF4-FFF2-40B4-BE49-F238E27FC236}">
                <a16:creationId xmlns:a16="http://schemas.microsoft.com/office/drawing/2014/main" id="{898BDCCC-2240-4BF9-BECF-3E5D269BAC34}"/>
              </a:ext>
            </a:extLst>
          </p:cNvPr>
          <p:cNvSpPr>
            <a:spLocks noGrp="1"/>
          </p:cNvSpPr>
          <p:nvPr>
            <p:ph type="body" sz="quarter" idx="21" hasCustomPrompt="1"/>
          </p:nvPr>
        </p:nvSpPr>
        <p:spPr>
          <a:xfrm>
            <a:off x="918070" y="5312140"/>
            <a:ext cx="2299136" cy="602885"/>
          </a:xfrm>
        </p:spPr>
        <p:txBody>
          <a:bodyPr/>
          <a:lstStyle>
            <a:lvl1pPr algn="ctr">
              <a:lnSpc>
                <a:spcPct val="100000"/>
              </a:lnSpc>
              <a:buNone/>
              <a:defRPr sz="1400"/>
            </a:lvl1pPr>
          </a:lstStyle>
          <a:p>
            <a:pPr lvl="0"/>
            <a:r>
              <a:rPr lang="en-US" dirty="0"/>
              <a:t>Title</a:t>
            </a:r>
          </a:p>
        </p:txBody>
      </p:sp>
      <p:sp>
        <p:nvSpPr>
          <p:cNvPr id="15" name="Picture Placeholder 28">
            <a:extLst>
              <a:ext uri="{FF2B5EF4-FFF2-40B4-BE49-F238E27FC236}">
                <a16:creationId xmlns:a16="http://schemas.microsoft.com/office/drawing/2014/main" id="{68937F96-27E1-49C1-8CF4-44DDAD9DAB9C}"/>
              </a:ext>
            </a:extLst>
          </p:cNvPr>
          <p:cNvSpPr>
            <a:spLocks noGrp="1"/>
          </p:cNvSpPr>
          <p:nvPr>
            <p:ph type="pic" sz="quarter" idx="14"/>
          </p:nvPr>
        </p:nvSpPr>
        <p:spPr>
          <a:xfrm>
            <a:off x="3673803" y="2374487"/>
            <a:ext cx="1927641" cy="1862790"/>
          </a:xfrm>
          <a:custGeom>
            <a:avLst/>
            <a:gdLst>
              <a:gd name="connsiteX0" fmla="*/ 930108 w 1927641"/>
              <a:gd name="connsiteY0" fmla="*/ 0 h 1862790"/>
              <a:gd name="connsiteX1" fmla="*/ 1465794 w 1927641"/>
              <a:gd name="connsiteY1" fmla="*/ 261567 h 1862790"/>
              <a:gd name="connsiteX2" fmla="*/ 1530987 w 1927641"/>
              <a:gd name="connsiteY2" fmla="*/ 313506 h 1862790"/>
              <a:gd name="connsiteX3" fmla="*/ 1827495 w 1927641"/>
              <a:gd name="connsiteY3" fmla="*/ 585028 h 1862790"/>
              <a:gd name="connsiteX4" fmla="*/ 1927641 w 1927641"/>
              <a:gd name="connsiteY4" fmla="*/ 876627 h 1862790"/>
              <a:gd name="connsiteX5" fmla="*/ 1702819 w 1927641"/>
              <a:gd name="connsiteY5" fmla="*/ 1587653 h 1862790"/>
              <a:gd name="connsiteX6" fmla="*/ 1449910 w 1927641"/>
              <a:gd name="connsiteY6" fmla="*/ 1788391 h 1862790"/>
              <a:gd name="connsiteX7" fmla="*/ 1103141 w 1927641"/>
              <a:gd name="connsiteY7" fmla="*/ 1862790 h 1862790"/>
              <a:gd name="connsiteX8" fmla="*/ 698418 w 1927641"/>
              <a:gd name="connsiteY8" fmla="*/ 1782734 h 1862790"/>
              <a:gd name="connsiteX9" fmla="*/ 338868 w 1927641"/>
              <a:gd name="connsiteY9" fmla="*/ 1562811 h 1862790"/>
              <a:gd name="connsiteX10" fmla="*/ 90178 w 1927641"/>
              <a:gd name="connsiteY10" fmla="*/ 1245689 h 1862790"/>
              <a:gd name="connsiteX11" fmla="*/ 0 w 1927641"/>
              <a:gd name="connsiteY11" fmla="*/ 876627 h 1862790"/>
              <a:gd name="connsiteX12" fmla="*/ 149248 w 1927641"/>
              <a:gd name="connsiteY12" fmla="*/ 533940 h 1862790"/>
              <a:gd name="connsiteX13" fmla="*/ 224450 w 1927641"/>
              <a:gd name="connsiteY13" fmla="*/ 425169 h 1862790"/>
              <a:gd name="connsiteX14" fmla="*/ 930108 w 1927641"/>
              <a:gd name="connsiteY14" fmla="*/ 0 h 186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27641" h="1862790">
                <a:moveTo>
                  <a:pt x="930108" y="0"/>
                </a:moveTo>
                <a:cubicBezTo>
                  <a:pt x="1125684" y="0"/>
                  <a:pt x="1269183" y="103581"/>
                  <a:pt x="1465794" y="261567"/>
                </a:cubicBezTo>
                <a:cubicBezTo>
                  <a:pt x="1487758" y="279220"/>
                  <a:pt x="1509724" y="296661"/>
                  <a:pt x="1530987" y="313506"/>
                </a:cubicBezTo>
                <a:cubicBezTo>
                  <a:pt x="1646231" y="404920"/>
                  <a:pt x="1755063" y="491273"/>
                  <a:pt x="1827495" y="585028"/>
                </a:cubicBezTo>
                <a:cubicBezTo>
                  <a:pt x="1896741" y="674655"/>
                  <a:pt x="1927641" y="764581"/>
                  <a:pt x="1927641" y="876627"/>
                </a:cubicBezTo>
                <a:cubicBezTo>
                  <a:pt x="1927641" y="1157465"/>
                  <a:pt x="1847806" y="1409971"/>
                  <a:pt x="1702819" y="1587653"/>
                </a:cubicBezTo>
                <a:cubicBezTo>
                  <a:pt x="1631877" y="1674559"/>
                  <a:pt x="1546788" y="1742110"/>
                  <a:pt x="1449910" y="1788391"/>
                </a:cubicBezTo>
                <a:cubicBezTo>
                  <a:pt x="1346536" y="1837735"/>
                  <a:pt x="1229885" y="1862790"/>
                  <a:pt x="1103141" y="1862790"/>
                </a:cubicBezTo>
                <a:cubicBezTo>
                  <a:pt x="968744" y="1862790"/>
                  <a:pt x="832527" y="1835863"/>
                  <a:pt x="698418" y="1782734"/>
                </a:cubicBezTo>
                <a:cubicBezTo>
                  <a:pt x="567827" y="1731092"/>
                  <a:pt x="443523" y="1655034"/>
                  <a:pt x="338868" y="1562811"/>
                </a:cubicBezTo>
                <a:cubicBezTo>
                  <a:pt x="232393" y="1469013"/>
                  <a:pt x="148710" y="1362286"/>
                  <a:pt x="90178" y="1245689"/>
                </a:cubicBezTo>
                <a:cubicBezTo>
                  <a:pt x="30362" y="1126497"/>
                  <a:pt x="0" y="1002327"/>
                  <a:pt x="0" y="876627"/>
                </a:cubicBezTo>
                <a:cubicBezTo>
                  <a:pt x="0" y="750033"/>
                  <a:pt x="48440" y="676102"/>
                  <a:pt x="149248" y="533940"/>
                </a:cubicBezTo>
                <a:cubicBezTo>
                  <a:pt x="173571" y="499653"/>
                  <a:pt x="198722" y="464177"/>
                  <a:pt x="224450" y="425169"/>
                </a:cubicBezTo>
                <a:cubicBezTo>
                  <a:pt x="421062" y="127147"/>
                  <a:pt x="632109" y="0"/>
                  <a:pt x="930108" y="0"/>
                </a:cubicBezTo>
                <a:close/>
              </a:path>
            </a:pathLst>
          </a:custGeom>
          <a:solidFill>
            <a:schemeClr val="accent4"/>
          </a:solidFill>
        </p:spPr>
        <p:txBody>
          <a:bodyPr wrap="square">
            <a:noAutofit/>
          </a:bodyPr>
          <a:lstStyle/>
          <a:p>
            <a:r>
              <a:rPr lang="en-US"/>
              <a:t>Click icon to add picture</a:t>
            </a:r>
            <a:endParaRPr lang="en-US" dirty="0"/>
          </a:p>
        </p:txBody>
      </p:sp>
      <p:sp>
        <p:nvSpPr>
          <p:cNvPr id="19" name="Text Placeholder 14">
            <a:extLst>
              <a:ext uri="{FF2B5EF4-FFF2-40B4-BE49-F238E27FC236}">
                <a16:creationId xmlns:a16="http://schemas.microsoft.com/office/drawing/2014/main" id="{8B4F62E2-011C-4BC3-B545-42D8C5D1C06A}"/>
              </a:ext>
            </a:extLst>
          </p:cNvPr>
          <p:cNvSpPr>
            <a:spLocks noGrp="1"/>
          </p:cNvSpPr>
          <p:nvPr>
            <p:ph type="body" sz="quarter" idx="18" hasCustomPrompt="1"/>
          </p:nvPr>
        </p:nvSpPr>
        <p:spPr>
          <a:xfrm>
            <a:off x="3545285" y="4735308"/>
            <a:ext cx="2299136" cy="557784"/>
          </a:xfrm>
        </p:spPr>
        <p:txBody>
          <a:bodyPr/>
          <a:lstStyle>
            <a:lvl1pPr marL="0" algn="ctr">
              <a:lnSpc>
                <a:spcPts val="1800"/>
              </a:lnSpc>
              <a:spcBef>
                <a:spcPts val="0"/>
              </a:spcBef>
              <a:buNone/>
              <a:defRPr sz="1800" b="1"/>
            </a:lvl1pPr>
          </a:lstStyle>
          <a:p>
            <a:pPr lvl="0"/>
            <a:r>
              <a:rPr lang="en-US" dirty="0"/>
              <a:t>Name</a:t>
            </a:r>
          </a:p>
        </p:txBody>
      </p:sp>
      <p:sp>
        <p:nvSpPr>
          <p:cNvPr id="23" name="Text Placeholder 14">
            <a:extLst>
              <a:ext uri="{FF2B5EF4-FFF2-40B4-BE49-F238E27FC236}">
                <a16:creationId xmlns:a16="http://schemas.microsoft.com/office/drawing/2014/main" id="{58265EB5-C710-46C7-8816-3B113860B889}"/>
              </a:ext>
            </a:extLst>
          </p:cNvPr>
          <p:cNvSpPr>
            <a:spLocks noGrp="1"/>
          </p:cNvSpPr>
          <p:nvPr>
            <p:ph type="body" sz="quarter" idx="22" hasCustomPrompt="1"/>
          </p:nvPr>
        </p:nvSpPr>
        <p:spPr>
          <a:xfrm>
            <a:off x="3545285" y="5312140"/>
            <a:ext cx="2299136" cy="602885"/>
          </a:xfrm>
        </p:spPr>
        <p:txBody>
          <a:bodyPr/>
          <a:lstStyle>
            <a:lvl1pPr algn="ctr">
              <a:lnSpc>
                <a:spcPct val="100000"/>
              </a:lnSpc>
              <a:buNone/>
              <a:defRPr sz="1400"/>
            </a:lvl1pPr>
          </a:lstStyle>
          <a:p>
            <a:pPr lvl="0"/>
            <a:r>
              <a:rPr lang="en-US" dirty="0"/>
              <a:t>Title</a:t>
            </a:r>
          </a:p>
        </p:txBody>
      </p:sp>
      <p:sp>
        <p:nvSpPr>
          <p:cNvPr id="16" name="Picture Placeholder 31">
            <a:extLst>
              <a:ext uri="{FF2B5EF4-FFF2-40B4-BE49-F238E27FC236}">
                <a16:creationId xmlns:a16="http://schemas.microsoft.com/office/drawing/2014/main" id="{7B8FE200-2B7E-4E89-90F3-E9F9EC7500F7}"/>
              </a:ext>
            </a:extLst>
          </p:cNvPr>
          <p:cNvSpPr>
            <a:spLocks noGrp="1"/>
          </p:cNvSpPr>
          <p:nvPr>
            <p:ph type="pic" sz="quarter" idx="15"/>
          </p:nvPr>
        </p:nvSpPr>
        <p:spPr>
          <a:xfrm>
            <a:off x="6332191" y="2374487"/>
            <a:ext cx="1899747" cy="1988131"/>
          </a:xfrm>
          <a:custGeom>
            <a:avLst/>
            <a:gdLst>
              <a:gd name="connsiteX0" fmla="*/ 925844 w 1899747"/>
              <a:gd name="connsiteY0" fmla="*/ 1220 h 1988131"/>
              <a:gd name="connsiteX1" fmla="*/ 1484268 w 1899747"/>
              <a:gd name="connsiteY1" fmla="*/ 115729 h 1988131"/>
              <a:gd name="connsiteX2" fmla="*/ 1738310 w 1899747"/>
              <a:gd name="connsiteY2" fmla="*/ 333096 h 1988131"/>
              <a:gd name="connsiteX3" fmla="*/ 1881237 w 1899747"/>
              <a:gd name="connsiteY3" fmla="*/ 670182 h 1988131"/>
              <a:gd name="connsiteX4" fmla="*/ 1877373 w 1899747"/>
              <a:gd name="connsiteY4" fmla="*/ 1096054 h 1988131"/>
              <a:gd name="connsiteX5" fmla="*/ 1721762 w 1899747"/>
              <a:gd name="connsiteY5" fmla="*/ 1503326 h 1988131"/>
              <a:gd name="connsiteX6" fmla="*/ 1445376 w 1899747"/>
              <a:gd name="connsiteY6" fmla="*/ 1817108 h 1988131"/>
              <a:gd name="connsiteX7" fmla="*/ 1085319 w 1899747"/>
              <a:gd name="connsiteY7" fmla="*/ 1980291 h 1988131"/>
              <a:gd name="connsiteX8" fmla="*/ 706086 w 1899747"/>
              <a:gd name="connsiteY8" fmla="*/ 1895617 h 1988131"/>
              <a:gd name="connsiteX9" fmla="*/ 580352 w 1899747"/>
              <a:gd name="connsiteY9" fmla="*/ 1840527 h 1988131"/>
              <a:gd name="connsiteX10" fmla="*/ 9519 w 1899747"/>
              <a:gd name="connsiteY10" fmla="*/ 1207805 h 1988131"/>
              <a:gd name="connsiteX11" fmla="*/ 173770 w 1899747"/>
              <a:gd name="connsiteY11" fmla="*/ 613870 h 1988131"/>
              <a:gd name="connsiteX12" fmla="*/ 214321 w 1899747"/>
              <a:gd name="connsiteY12" fmla="*/ 537679 h 1988131"/>
              <a:gd name="connsiteX13" fmla="*/ 434855 w 1899747"/>
              <a:gd name="connsiteY13" fmla="*/ 184284 h 1988131"/>
              <a:gd name="connsiteX14" fmla="*/ 713770 w 1899747"/>
              <a:gd name="connsiteY14" fmla="*/ 26058 h 1988131"/>
              <a:gd name="connsiteX15" fmla="*/ 925844 w 1899747"/>
              <a:gd name="connsiteY15" fmla="*/ 1220 h 19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99747" h="1988131">
                <a:moveTo>
                  <a:pt x="925844" y="1220"/>
                </a:moveTo>
                <a:cubicBezTo>
                  <a:pt x="1133796" y="-7591"/>
                  <a:pt x="1327023" y="31400"/>
                  <a:pt x="1484268" y="115729"/>
                </a:cubicBezTo>
                <a:cubicBezTo>
                  <a:pt x="1586821" y="170751"/>
                  <a:pt x="1672305" y="243880"/>
                  <a:pt x="1738310" y="333096"/>
                </a:cubicBezTo>
                <a:cubicBezTo>
                  <a:pt x="1808699" y="428301"/>
                  <a:pt x="1856807" y="541689"/>
                  <a:pt x="1881237" y="670182"/>
                </a:cubicBezTo>
                <a:cubicBezTo>
                  <a:pt x="1907142" y="806433"/>
                  <a:pt x="1905859" y="949765"/>
                  <a:pt x="1877373" y="1096054"/>
                </a:cubicBezTo>
                <a:cubicBezTo>
                  <a:pt x="1849730" y="1238488"/>
                  <a:pt x="1795905" y="1379295"/>
                  <a:pt x="1721762" y="1503326"/>
                </a:cubicBezTo>
                <a:cubicBezTo>
                  <a:pt x="1646358" y="1629508"/>
                  <a:pt x="1553338" y="1735098"/>
                  <a:pt x="1445376" y="1817108"/>
                </a:cubicBezTo>
                <a:cubicBezTo>
                  <a:pt x="1335008" y="1900925"/>
                  <a:pt x="1213872" y="1955850"/>
                  <a:pt x="1085319" y="1980291"/>
                </a:cubicBezTo>
                <a:cubicBezTo>
                  <a:pt x="955852" y="2004906"/>
                  <a:pt x="870906" y="1970174"/>
                  <a:pt x="706086" y="1895617"/>
                </a:cubicBezTo>
                <a:cubicBezTo>
                  <a:pt x="666333" y="1877626"/>
                  <a:pt x="625204" y="1859026"/>
                  <a:pt x="580352" y="1840527"/>
                </a:cubicBezTo>
                <a:cubicBezTo>
                  <a:pt x="237669" y="1699150"/>
                  <a:pt x="66957" y="1509914"/>
                  <a:pt x="9519" y="1207805"/>
                </a:cubicBezTo>
                <a:cubicBezTo>
                  <a:pt x="-28179" y="1009531"/>
                  <a:pt x="50093" y="843911"/>
                  <a:pt x="173770" y="613870"/>
                </a:cubicBezTo>
                <a:cubicBezTo>
                  <a:pt x="187589" y="588170"/>
                  <a:pt x="201192" y="562511"/>
                  <a:pt x="214321" y="537679"/>
                </a:cubicBezTo>
                <a:cubicBezTo>
                  <a:pt x="285598" y="403070"/>
                  <a:pt x="352934" y="275945"/>
                  <a:pt x="434855" y="184284"/>
                </a:cubicBezTo>
                <a:cubicBezTo>
                  <a:pt x="513170" y="96656"/>
                  <a:pt x="599180" y="47844"/>
                  <a:pt x="713770" y="26058"/>
                </a:cubicBezTo>
                <a:cubicBezTo>
                  <a:pt x="785572" y="12407"/>
                  <a:pt x="856526" y="4158"/>
                  <a:pt x="925844" y="1220"/>
                </a:cubicBezTo>
                <a:close/>
              </a:path>
            </a:pathLst>
          </a:custGeom>
          <a:solidFill>
            <a:schemeClr val="accent4"/>
          </a:solidFill>
        </p:spPr>
        <p:txBody>
          <a:bodyPr wrap="square">
            <a:noAutofit/>
          </a:bodyPr>
          <a:lstStyle/>
          <a:p>
            <a:r>
              <a:rPr lang="en-US"/>
              <a:t>Click icon to add picture</a:t>
            </a:r>
            <a:endParaRPr lang="en-US" dirty="0"/>
          </a:p>
        </p:txBody>
      </p:sp>
      <p:sp>
        <p:nvSpPr>
          <p:cNvPr id="20" name="Text Placeholder 14">
            <a:extLst>
              <a:ext uri="{FF2B5EF4-FFF2-40B4-BE49-F238E27FC236}">
                <a16:creationId xmlns:a16="http://schemas.microsoft.com/office/drawing/2014/main" id="{01A1C005-8783-4E18-B3C6-599A2CBC7E93}"/>
              </a:ext>
            </a:extLst>
          </p:cNvPr>
          <p:cNvSpPr>
            <a:spLocks noGrp="1"/>
          </p:cNvSpPr>
          <p:nvPr>
            <p:ph type="body" sz="quarter" idx="19" hasCustomPrompt="1"/>
          </p:nvPr>
        </p:nvSpPr>
        <p:spPr>
          <a:xfrm>
            <a:off x="6162558" y="4735308"/>
            <a:ext cx="2299136" cy="557784"/>
          </a:xfrm>
        </p:spPr>
        <p:txBody>
          <a:bodyPr/>
          <a:lstStyle>
            <a:lvl1pPr marL="0" algn="ctr">
              <a:lnSpc>
                <a:spcPts val="1800"/>
              </a:lnSpc>
              <a:spcBef>
                <a:spcPts val="0"/>
              </a:spcBef>
              <a:buNone/>
              <a:defRPr sz="1800" b="1"/>
            </a:lvl1pPr>
          </a:lstStyle>
          <a:p>
            <a:pPr lvl="0"/>
            <a:r>
              <a:rPr lang="en-US" dirty="0"/>
              <a:t>Name</a:t>
            </a:r>
          </a:p>
        </p:txBody>
      </p:sp>
      <p:sp>
        <p:nvSpPr>
          <p:cNvPr id="24" name="Text Placeholder 14">
            <a:extLst>
              <a:ext uri="{FF2B5EF4-FFF2-40B4-BE49-F238E27FC236}">
                <a16:creationId xmlns:a16="http://schemas.microsoft.com/office/drawing/2014/main" id="{BE9A3D5B-EC8F-4A64-BB06-F697506D31D0}"/>
              </a:ext>
            </a:extLst>
          </p:cNvPr>
          <p:cNvSpPr>
            <a:spLocks noGrp="1"/>
          </p:cNvSpPr>
          <p:nvPr>
            <p:ph type="body" sz="quarter" idx="23" hasCustomPrompt="1"/>
          </p:nvPr>
        </p:nvSpPr>
        <p:spPr>
          <a:xfrm>
            <a:off x="6162558" y="5312140"/>
            <a:ext cx="2299136" cy="602885"/>
          </a:xfrm>
        </p:spPr>
        <p:txBody>
          <a:bodyPr/>
          <a:lstStyle>
            <a:lvl1pPr algn="ctr">
              <a:lnSpc>
                <a:spcPct val="100000"/>
              </a:lnSpc>
              <a:buNone/>
              <a:defRPr sz="1400"/>
            </a:lvl1pPr>
          </a:lstStyle>
          <a:p>
            <a:pPr lvl="0"/>
            <a:r>
              <a:rPr lang="en-US" dirty="0"/>
              <a:t>Title</a:t>
            </a:r>
          </a:p>
        </p:txBody>
      </p:sp>
      <p:sp>
        <p:nvSpPr>
          <p:cNvPr id="17" name="Picture Placeholder 34">
            <a:extLst>
              <a:ext uri="{FF2B5EF4-FFF2-40B4-BE49-F238E27FC236}">
                <a16:creationId xmlns:a16="http://schemas.microsoft.com/office/drawing/2014/main" id="{8201F6F8-BF7C-4F3A-8B60-C8D26246300B}"/>
              </a:ext>
            </a:extLst>
          </p:cNvPr>
          <p:cNvSpPr>
            <a:spLocks noGrp="1"/>
          </p:cNvSpPr>
          <p:nvPr>
            <p:ph type="pic" sz="quarter" idx="16"/>
          </p:nvPr>
        </p:nvSpPr>
        <p:spPr>
          <a:xfrm>
            <a:off x="8960878" y="2373917"/>
            <a:ext cx="1952033" cy="1953149"/>
          </a:xfrm>
          <a:custGeom>
            <a:avLst/>
            <a:gdLst>
              <a:gd name="connsiteX0" fmla="*/ 834934 w 1952033"/>
              <a:gd name="connsiteY0" fmla="*/ 0 h 1953149"/>
              <a:gd name="connsiteX1" fmla="*/ 1244777 w 1952033"/>
              <a:gd name="connsiteY1" fmla="*/ 83940 h 1953149"/>
              <a:gd name="connsiteX2" fmla="*/ 1608877 w 1952033"/>
              <a:gd name="connsiteY2" fmla="*/ 314531 h 1953149"/>
              <a:gd name="connsiteX3" fmla="*/ 1860714 w 1952033"/>
              <a:gd name="connsiteY3" fmla="*/ 647036 h 1953149"/>
              <a:gd name="connsiteX4" fmla="*/ 1952033 w 1952033"/>
              <a:gd name="connsiteY4" fmla="*/ 1033999 h 1953149"/>
              <a:gd name="connsiteX5" fmla="*/ 1800896 w 1952033"/>
              <a:gd name="connsiteY5" fmla="*/ 1393310 h 1953149"/>
              <a:gd name="connsiteX6" fmla="*/ 1724743 w 1952033"/>
              <a:gd name="connsiteY6" fmla="*/ 1507357 h 1953149"/>
              <a:gd name="connsiteX7" fmla="*/ 1010156 w 1952033"/>
              <a:gd name="connsiteY7" fmla="*/ 1953149 h 1953149"/>
              <a:gd name="connsiteX8" fmla="*/ 467692 w 1952033"/>
              <a:gd name="connsiteY8" fmla="*/ 1678894 h 1953149"/>
              <a:gd name="connsiteX9" fmla="*/ 401674 w 1952033"/>
              <a:gd name="connsiteY9" fmla="*/ 1624436 h 1953149"/>
              <a:gd name="connsiteX10" fmla="*/ 101413 w 1952033"/>
              <a:gd name="connsiteY10" fmla="*/ 1339743 h 1953149"/>
              <a:gd name="connsiteX11" fmla="*/ 0 w 1952033"/>
              <a:gd name="connsiteY11" fmla="*/ 1033999 h 1953149"/>
              <a:gd name="connsiteX12" fmla="*/ 227668 w 1952033"/>
              <a:gd name="connsiteY12" fmla="*/ 288483 h 1953149"/>
              <a:gd name="connsiteX13" fmla="*/ 483777 w 1952033"/>
              <a:gd name="connsiteY13" fmla="*/ 78009 h 1953149"/>
              <a:gd name="connsiteX14" fmla="*/ 834934 w 1952033"/>
              <a:gd name="connsiteY14" fmla="*/ 0 h 19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2033" h="1953149">
                <a:moveTo>
                  <a:pt x="834934" y="0"/>
                </a:moveTo>
                <a:cubicBezTo>
                  <a:pt x="971031" y="0"/>
                  <a:pt x="1108972" y="28233"/>
                  <a:pt x="1244777" y="83940"/>
                </a:cubicBezTo>
                <a:cubicBezTo>
                  <a:pt x="1377021" y="138088"/>
                  <a:pt x="1502898" y="217834"/>
                  <a:pt x="1608877" y="314531"/>
                </a:cubicBezTo>
                <a:cubicBezTo>
                  <a:pt x="1716700" y="412878"/>
                  <a:pt x="1801441" y="524782"/>
                  <a:pt x="1860714" y="647036"/>
                </a:cubicBezTo>
                <a:cubicBezTo>
                  <a:pt x="1921287" y="772009"/>
                  <a:pt x="1952033" y="902202"/>
                  <a:pt x="1952033" y="1033999"/>
                </a:cubicBezTo>
                <a:cubicBezTo>
                  <a:pt x="1952033" y="1166735"/>
                  <a:pt x="1902980" y="1244252"/>
                  <a:pt x="1800896" y="1393310"/>
                </a:cubicBezTo>
                <a:cubicBezTo>
                  <a:pt x="1776266" y="1429260"/>
                  <a:pt x="1750797" y="1466457"/>
                  <a:pt x="1724743" y="1507357"/>
                </a:cubicBezTo>
                <a:cubicBezTo>
                  <a:pt x="1525643" y="1819835"/>
                  <a:pt x="1311925" y="1953149"/>
                  <a:pt x="1010156" y="1953149"/>
                </a:cubicBezTo>
                <a:cubicBezTo>
                  <a:pt x="812105" y="1953149"/>
                  <a:pt x="666791" y="1844544"/>
                  <a:pt x="467692" y="1678894"/>
                </a:cubicBezTo>
                <a:cubicBezTo>
                  <a:pt x="445449" y="1660385"/>
                  <a:pt x="423206" y="1642098"/>
                  <a:pt x="401674" y="1624436"/>
                </a:cubicBezTo>
                <a:cubicBezTo>
                  <a:pt x="284972" y="1528587"/>
                  <a:pt x="174762" y="1438046"/>
                  <a:pt x="101413" y="1339743"/>
                </a:cubicBezTo>
                <a:cubicBezTo>
                  <a:pt x="31291" y="1245768"/>
                  <a:pt x="0" y="1151481"/>
                  <a:pt x="0" y="1033999"/>
                </a:cubicBezTo>
                <a:cubicBezTo>
                  <a:pt x="0" y="739540"/>
                  <a:pt x="80846" y="474784"/>
                  <a:pt x="227668" y="288483"/>
                </a:cubicBezTo>
                <a:cubicBezTo>
                  <a:pt x="299507" y="197362"/>
                  <a:pt x="385673" y="126535"/>
                  <a:pt x="483777" y="78009"/>
                </a:cubicBezTo>
                <a:cubicBezTo>
                  <a:pt x="588458" y="26271"/>
                  <a:pt x="706585" y="0"/>
                  <a:pt x="834934" y="0"/>
                </a:cubicBezTo>
                <a:close/>
              </a:path>
            </a:pathLst>
          </a:custGeom>
          <a:solidFill>
            <a:schemeClr val="accent4"/>
          </a:solidFill>
        </p:spPr>
        <p:txBody>
          <a:bodyPr wrap="square">
            <a:noAutofit/>
          </a:bodyPr>
          <a:lstStyle/>
          <a:p>
            <a:r>
              <a:rPr lang="en-US"/>
              <a:t>Click icon to add picture</a:t>
            </a:r>
            <a:endParaRPr lang="en-US" dirty="0"/>
          </a:p>
        </p:txBody>
      </p:sp>
      <p:sp>
        <p:nvSpPr>
          <p:cNvPr id="21" name="Text Placeholder 14">
            <a:extLst>
              <a:ext uri="{FF2B5EF4-FFF2-40B4-BE49-F238E27FC236}">
                <a16:creationId xmlns:a16="http://schemas.microsoft.com/office/drawing/2014/main" id="{DC4743B1-EFFF-41A0-9B71-BA682DEA6BEA}"/>
              </a:ext>
            </a:extLst>
          </p:cNvPr>
          <p:cNvSpPr>
            <a:spLocks noGrp="1"/>
          </p:cNvSpPr>
          <p:nvPr>
            <p:ph type="body" sz="quarter" idx="20" hasCustomPrompt="1"/>
          </p:nvPr>
        </p:nvSpPr>
        <p:spPr>
          <a:xfrm>
            <a:off x="8845983" y="4735308"/>
            <a:ext cx="2299136" cy="557784"/>
          </a:xfrm>
        </p:spPr>
        <p:txBody>
          <a:bodyPr/>
          <a:lstStyle>
            <a:lvl1pPr marL="0" algn="ctr">
              <a:lnSpc>
                <a:spcPts val="1800"/>
              </a:lnSpc>
              <a:spcBef>
                <a:spcPts val="0"/>
              </a:spcBef>
              <a:buNone/>
              <a:defRPr sz="1800" b="1"/>
            </a:lvl1pPr>
          </a:lstStyle>
          <a:p>
            <a:pPr lvl="0"/>
            <a:r>
              <a:rPr lang="en-US" dirty="0"/>
              <a:t>Name</a:t>
            </a:r>
          </a:p>
        </p:txBody>
      </p:sp>
      <p:sp>
        <p:nvSpPr>
          <p:cNvPr id="25" name="Text Placeholder 14">
            <a:extLst>
              <a:ext uri="{FF2B5EF4-FFF2-40B4-BE49-F238E27FC236}">
                <a16:creationId xmlns:a16="http://schemas.microsoft.com/office/drawing/2014/main" id="{F3E67B36-FF15-486B-A34D-9EC0A6AD2462}"/>
              </a:ext>
            </a:extLst>
          </p:cNvPr>
          <p:cNvSpPr>
            <a:spLocks noGrp="1"/>
          </p:cNvSpPr>
          <p:nvPr>
            <p:ph type="body" sz="quarter" idx="24" hasCustomPrompt="1"/>
          </p:nvPr>
        </p:nvSpPr>
        <p:spPr>
          <a:xfrm>
            <a:off x="8845983" y="5312140"/>
            <a:ext cx="2299136" cy="602885"/>
          </a:xfrm>
        </p:spPr>
        <p:txBody>
          <a:bodyPr/>
          <a:lstStyle>
            <a:lvl1pPr algn="ctr">
              <a:lnSpc>
                <a:spcPct val="100000"/>
              </a:lnSpc>
              <a:buNone/>
              <a:defRPr sz="1400"/>
            </a:lvl1pPr>
          </a:lstStyle>
          <a:p>
            <a:pPr lvl="0"/>
            <a:r>
              <a:rPr lang="en-US" dirty="0"/>
              <a:t>Title</a:t>
            </a:r>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039061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_Content 2 column(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r>
              <a:rPr lang="en-US"/>
              <a:t>2/1/20XX</a:t>
            </a:r>
            <a:endParaRPr lang="en-US" dirty="0"/>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lvl1pPr marL="283464" indent="-283464">
              <a:spcBef>
                <a:spcPts val="1000"/>
              </a:spcBef>
              <a:buFont typeface="Arial" panose="020B0604020202020204" pitchFamily="34" charset="0"/>
              <a:buChar char="•"/>
              <a:defRPr sz="1600"/>
            </a:lvl1pPr>
            <a:lvl2pPr marL="283464" indent="-283464">
              <a:spcBef>
                <a:spcPts val="1000"/>
              </a:spcBef>
              <a:buFont typeface="Arial" panose="020B0604020202020204" pitchFamily="34" charset="0"/>
              <a:buChar char="•"/>
              <a:defRPr/>
            </a:lvl2pPr>
            <a:lvl3pPr marL="283464" indent="-283464">
              <a:spcBef>
                <a:spcPts val="1000"/>
              </a:spcBef>
              <a:buFont typeface="Arial" panose="020B0604020202020204" pitchFamily="34" charset="0"/>
              <a:buChar char="•"/>
              <a:defRPr/>
            </a:lvl3pPr>
            <a:lvl4pPr marL="283464" indent="-283464">
              <a:spcBef>
                <a:spcPts val="1000"/>
              </a:spcBef>
              <a:buFont typeface="Arial" panose="020B0604020202020204" pitchFamily="34" charset="0"/>
              <a:buChar char="•"/>
              <a:defRPr/>
            </a:lvl4pPr>
            <a:lvl5pPr marL="283464" indent="-283464">
              <a:spcBef>
                <a:spcPts val="1000"/>
              </a:spcBef>
              <a:buFont typeface="Arial" panose="020B0604020202020204" pitchFamily="34" charset="0"/>
              <a:buChar char="•"/>
              <a:defRPr/>
            </a:lvl5pPr>
          </a:lstStyle>
          <a:p>
            <a:pPr lvl="0"/>
            <a:r>
              <a:rPr lang="en-US"/>
              <a:t>Click to edit Master text styles</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lvl1pPr marL="283464" indent="-283464">
              <a:spcBef>
                <a:spcPts val="1000"/>
              </a:spcBef>
              <a:buFont typeface="Arial" panose="020B0604020202020204" pitchFamily="34" charset="0"/>
              <a:buChar char="•"/>
              <a:defRPr sz="1600"/>
            </a:lvl1pPr>
            <a:lvl2pPr marL="283464" indent="-283464">
              <a:spcBef>
                <a:spcPts val="1000"/>
              </a:spcBef>
              <a:buFont typeface="Arial" panose="020B0604020202020204" pitchFamily="34" charset="0"/>
              <a:buChar char="•"/>
              <a:defRPr sz="1600"/>
            </a:lvl2pPr>
            <a:lvl3pPr marL="283464" indent="-283464">
              <a:spcBef>
                <a:spcPts val="1000"/>
              </a:spcBef>
              <a:buFont typeface="Arial" panose="020B0604020202020204" pitchFamily="34" charset="0"/>
              <a:buChar char="•"/>
              <a:defRPr/>
            </a:lvl3pPr>
            <a:lvl4pPr marL="283464" indent="-283464">
              <a:spcBef>
                <a:spcPts val="1000"/>
              </a:spcBef>
              <a:buFont typeface="Arial" panose="020B0604020202020204" pitchFamily="34" charset="0"/>
              <a:buChar char="•"/>
              <a:defRPr/>
            </a:lvl4pPr>
            <a:lvl5pPr marL="283464" indent="-283464">
              <a:spcBef>
                <a:spcPts val="1000"/>
              </a:spcBef>
              <a:buFont typeface="Arial" panose="020B0604020202020204" pitchFamily="34" charset="0"/>
              <a:buChar char="•"/>
              <a:defRPr/>
            </a:lvl5pPr>
          </a:lstStyle>
          <a:p>
            <a:pPr lvl="0"/>
            <a:r>
              <a:rPr lang="en-US"/>
              <a:t>Click to edit Master text styles</a:t>
            </a:r>
          </a:p>
          <a:p>
            <a:pPr lvl="1"/>
            <a:r>
              <a:rPr lang="en-US"/>
              <a:t>Second level</a:t>
            </a:r>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a:t>
            </a:fld>
            <a:endParaRPr lang="en-US" dirty="0"/>
          </a:p>
        </p:txBody>
      </p:sp>
      <p:grpSp>
        <p:nvGrpSpPr>
          <p:cNvPr id="15" name="Group 14">
            <a:extLst>
              <a:ext uri="{FF2B5EF4-FFF2-40B4-BE49-F238E27FC236}">
                <a16:creationId xmlns:a16="http://schemas.microsoft.com/office/drawing/2014/main" id="{CFAFFB3B-DDD9-4451-A445-1716F21B5B26}"/>
              </a:ext>
              <a:ext uri="{C183D7F6-B498-43B3-948B-1728B52AA6E4}">
                <adec:decorative xmlns:adec="http://schemas.microsoft.com/office/drawing/2017/decorative" val="1"/>
              </a:ext>
            </a:extLst>
          </p:cNvPr>
          <p:cNvGrpSpPr/>
          <p:nvPr userDrawn="1"/>
        </p:nvGrpSpPr>
        <p:grpSpPr>
          <a:xfrm>
            <a:off x="5872835" y="0"/>
            <a:ext cx="4154519" cy="1314451"/>
            <a:chOff x="5872835" y="0"/>
            <a:chExt cx="4154519" cy="1314451"/>
          </a:xfrm>
        </p:grpSpPr>
        <p:sp>
          <p:nvSpPr>
            <p:cNvPr id="16" name="Freeform: Shape 15">
              <a:extLst>
                <a:ext uri="{FF2B5EF4-FFF2-40B4-BE49-F238E27FC236}">
                  <a16:creationId xmlns:a16="http://schemas.microsoft.com/office/drawing/2014/main" id="{D5B9FEA5-95BE-43A3-A0DC-93B8477BC66D}"/>
                </a:ext>
                <a:ext uri="{C183D7F6-B498-43B3-948B-1728B52AA6E4}">
                  <adec:decorative xmlns:adec="http://schemas.microsoft.com/office/drawing/2017/decorative" val="1"/>
                </a:ext>
              </a:extLst>
            </p:cNvPr>
            <p:cNvSpPr/>
            <p:nvPr/>
          </p:nvSpPr>
          <p:spPr>
            <a:xfrm rot="10800000">
              <a:off x="5872835" y="0"/>
              <a:ext cx="3991773" cy="1314450"/>
            </a:xfrm>
            <a:custGeom>
              <a:avLst/>
              <a:gdLst>
                <a:gd name="connsiteX0" fmla="*/ 3174283 w 5796193"/>
                <a:gd name="connsiteY0" fmla="*/ 18 h 1908627"/>
                <a:gd name="connsiteX1" fmla="*/ 5218462 w 5796193"/>
                <a:gd name="connsiteY1" fmla="*/ 1459807 h 1908627"/>
                <a:gd name="connsiteX2" fmla="*/ 5309125 w 5796193"/>
                <a:gd name="connsiteY2" fmla="*/ 1537598 h 1908627"/>
                <a:gd name="connsiteX3" fmla="*/ 5693890 w 5796193"/>
                <a:gd name="connsiteY3" fmla="*/ 1830997 h 1908627"/>
                <a:gd name="connsiteX4" fmla="*/ 5796193 w 5796193"/>
                <a:gd name="connsiteY4" fmla="*/ 1908627 h 1908627"/>
                <a:gd name="connsiteX5" fmla="*/ 0 w 5796193"/>
                <a:gd name="connsiteY5" fmla="*/ 1908627 h 1908627"/>
                <a:gd name="connsiteX6" fmla="*/ 36796 w 5796193"/>
                <a:gd name="connsiteY6" fmla="*/ 1862978 h 1908627"/>
                <a:gd name="connsiteX7" fmla="*/ 930039 w 5796193"/>
                <a:gd name="connsiteY7" fmla="*/ 1021399 h 1908627"/>
                <a:gd name="connsiteX8" fmla="*/ 3174283 w 5796193"/>
                <a:gd name="connsiteY8" fmla="*/ 18 h 19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96193" h="1908627">
                  <a:moveTo>
                    <a:pt x="3174283" y="18"/>
                  </a:moveTo>
                  <a:cubicBezTo>
                    <a:pt x="3946119" y="-4705"/>
                    <a:pt x="4675803" y="959667"/>
                    <a:pt x="5218462" y="1459807"/>
                  </a:cubicBezTo>
                  <a:cubicBezTo>
                    <a:pt x="5237529" y="1477442"/>
                    <a:pt x="5268648" y="1503898"/>
                    <a:pt x="5309125" y="1537598"/>
                  </a:cubicBezTo>
                  <a:cubicBezTo>
                    <a:pt x="5427311" y="1636255"/>
                    <a:pt x="5560174" y="1732098"/>
                    <a:pt x="5693890" y="1830997"/>
                  </a:cubicBezTo>
                  <a:lnTo>
                    <a:pt x="5796193" y="1908627"/>
                  </a:lnTo>
                  <a:lnTo>
                    <a:pt x="0" y="1908627"/>
                  </a:lnTo>
                  <a:lnTo>
                    <a:pt x="36796" y="1862978"/>
                  </a:lnTo>
                  <a:cubicBezTo>
                    <a:pt x="326152" y="1521692"/>
                    <a:pt x="689989" y="1221705"/>
                    <a:pt x="930039" y="1021399"/>
                  </a:cubicBezTo>
                  <a:cubicBezTo>
                    <a:pt x="1540951" y="511494"/>
                    <a:pt x="2324829" y="5378"/>
                    <a:pt x="3174283" y="1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479F2365-436D-4300-8A80-42A44D63E9C0}"/>
                </a:ext>
                <a:ext uri="{C183D7F6-B498-43B3-948B-1728B52AA6E4}">
                  <adec:decorative xmlns:adec="http://schemas.microsoft.com/office/drawing/2017/decorative" val="1"/>
                </a:ext>
              </a:extLst>
            </p:cNvPr>
            <p:cNvSpPr/>
            <p:nvPr/>
          </p:nvSpPr>
          <p:spPr>
            <a:xfrm>
              <a:off x="6660515" y="0"/>
              <a:ext cx="3366839" cy="1314451"/>
            </a:xfrm>
            <a:custGeom>
              <a:avLst/>
              <a:gdLst>
                <a:gd name="connsiteX0" fmla="*/ 0 w 4200872"/>
                <a:gd name="connsiteY0" fmla="*/ 0 h 1514020"/>
                <a:gd name="connsiteX1" fmla="*/ 4200872 w 4200872"/>
                <a:gd name="connsiteY1" fmla="*/ 0 h 1514020"/>
                <a:gd name="connsiteX2" fmla="*/ 4142607 w 4200872"/>
                <a:gd name="connsiteY2" fmla="*/ 38563 h 1514020"/>
                <a:gd name="connsiteX3" fmla="*/ 3008795 w 4200872"/>
                <a:gd name="connsiteY3" fmla="*/ 1083181 h 1514020"/>
                <a:gd name="connsiteX4" fmla="*/ 709479 w 4200872"/>
                <a:gd name="connsiteY4" fmla="*/ 810018 h 1514020"/>
                <a:gd name="connsiteX5" fmla="*/ 214372 w 4200872"/>
                <a:gd name="connsiteY5" fmla="*/ 268967 h 1514020"/>
                <a:gd name="connsiteX0" fmla="*/ 4111158 w 4111158"/>
                <a:gd name="connsiteY0" fmla="*/ 0 h 1514020"/>
                <a:gd name="connsiteX1" fmla="*/ 4052893 w 4111158"/>
                <a:gd name="connsiteY1" fmla="*/ 38563 h 1514020"/>
                <a:gd name="connsiteX2" fmla="*/ 2919081 w 4111158"/>
                <a:gd name="connsiteY2" fmla="*/ 1083181 h 1514020"/>
                <a:gd name="connsiteX3" fmla="*/ 619765 w 4111158"/>
                <a:gd name="connsiteY3" fmla="*/ 810018 h 1514020"/>
                <a:gd name="connsiteX4" fmla="*/ 124658 w 4111158"/>
                <a:gd name="connsiteY4" fmla="*/ 268967 h 1514020"/>
                <a:gd name="connsiteX5" fmla="*/ 0 w 4111158"/>
                <a:gd name="connsiteY5" fmla="*/ 83899 h 1514020"/>
                <a:gd name="connsiteX0" fmla="*/ 4146758 w 4146758"/>
                <a:gd name="connsiteY0" fmla="*/ 0 h 1514020"/>
                <a:gd name="connsiteX1" fmla="*/ 4088493 w 4146758"/>
                <a:gd name="connsiteY1" fmla="*/ 38563 h 1514020"/>
                <a:gd name="connsiteX2" fmla="*/ 2954681 w 4146758"/>
                <a:gd name="connsiteY2" fmla="*/ 1083181 h 1514020"/>
                <a:gd name="connsiteX3" fmla="*/ 655365 w 4146758"/>
                <a:gd name="connsiteY3" fmla="*/ 810018 h 1514020"/>
                <a:gd name="connsiteX4" fmla="*/ 160258 w 4146758"/>
                <a:gd name="connsiteY4" fmla="*/ 268967 h 1514020"/>
                <a:gd name="connsiteX5" fmla="*/ 0 w 4146758"/>
                <a:gd name="connsiteY5" fmla="*/ 10654 h 151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6758" h="1514020">
                  <a:moveTo>
                    <a:pt x="4146758" y="0"/>
                  </a:moveTo>
                  <a:lnTo>
                    <a:pt x="4088493" y="38563"/>
                  </a:lnTo>
                  <a:cubicBezTo>
                    <a:pt x="3683117" y="337805"/>
                    <a:pt x="3339000" y="765216"/>
                    <a:pt x="2954681" y="1083181"/>
                  </a:cubicBezTo>
                  <a:cubicBezTo>
                    <a:pt x="2434478" y="1512793"/>
                    <a:pt x="1773669" y="1891699"/>
                    <a:pt x="655365" y="810018"/>
                  </a:cubicBezTo>
                  <a:cubicBezTo>
                    <a:pt x="490981" y="651095"/>
                    <a:pt x="325676" y="468539"/>
                    <a:pt x="160258" y="268967"/>
                  </a:cubicBezTo>
                  <a:cubicBezTo>
                    <a:pt x="88801" y="179311"/>
                    <a:pt x="0" y="10654"/>
                    <a:pt x="0" y="10654"/>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grpSp>
    </p:spTree>
    <p:extLst>
      <p:ext uri="{BB962C8B-B14F-4D97-AF65-F5344CB8AC3E}">
        <p14:creationId xmlns:p14="http://schemas.microsoft.com/office/powerpoint/2010/main" val="3933876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203B704-015A-403C-A5A1-762756C468F0}"/>
              </a:ext>
            </a:extLst>
          </p:cNvPr>
          <p:cNvSpPr>
            <a:spLocks noGrp="1"/>
          </p:cNvSpPr>
          <p:nvPr>
            <p:ph type="pic" sz="quarter" idx="15"/>
          </p:nvPr>
        </p:nvSpPr>
        <p:spPr>
          <a:xfrm>
            <a:off x="6107467" y="0"/>
            <a:ext cx="5820494" cy="2302951"/>
          </a:xfrm>
          <a:custGeom>
            <a:avLst/>
            <a:gdLst>
              <a:gd name="connsiteX0" fmla="*/ 331087 w 5820494"/>
              <a:gd name="connsiteY0" fmla="*/ 0 h 2302951"/>
              <a:gd name="connsiteX1" fmla="*/ 5820494 w 5820494"/>
              <a:gd name="connsiteY1" fmla="*/ 0 h 2302951"/>
              <a:gd name="connsiteX2" fmla="*/ 5709900 w 5820494"/>
              <a:gd name="connsiteY2" fmla="*/ 213766 h 2302951"/>
              <a:gd name="connsiteX3" fmla="*/ 4932484 w 5820494"/>
              <a:gd name="connsiteY3" fmla="*/ 1340037 h 2302951"/>
              <a:gd name="connsiteX4" fmla="*/ 3361811 w 5820494"/>
              <a:gd name="connsiteY4" fmla="*/ 2268288 h 2302951"/>
              <a:gd name="connsiteX5" fmla="*/ 286590 w 5820494"/>
              <a:gd name="connsiteY5" fmla="*/ 1322722 h 2302951"/>
              <a:gd name="connsiteX6" fmla="*/ 251826 w 5820494"/>
              <a:gd name="connsiteY6" fmla="*/ 87954 h 230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0494" h="2302951">
                <a:moveTo>
                  <a:pt x="331087" y="0"/>
                </a:moveTo>
                <a:lnTo>
                  <a:pt x="5820494" y="0"/>
                </a:lnTo>
                <a:lnTo>
                  <a:pt x="5709900" y="213766"/>
                </a:lnTo>
                <a:cubicBezTo>
                  <a:pt x="5432869" y="711271"/>
                  <a:pt x="5095500" y="1152643"/>
                  <a:pt x="4932484" y="1340037"/>
                </a:cubicBezTo>
                <a:cubicBezTo>
                  <a:pt x="4535940" y="1795562"/>
                  <a:pt x="3997053" y="2167493"/>
                  <a:pt x="3361811" y="2268288"/>
                </a:cubicBezTo>
                <a:cubicBezTo>
                  <a:pt x="2395334" y="2421964"/>
                  <a:pt x="953447" y="2057186"/>
                  <a:pt x="286590" y="1322722"/>
                </a:cubicBezTo>
                <a:cubicBezTo>
                  <a:pt x="-136161" y="857205"/>
                  <a:pt x="-42091" y="443733"/>
                  <a:pt x="251826" y="87954"/>
                </a:cubicBezTo>
                <a:close/>
              </a:path>
            </a:pathLst>
          </a:custGeom>
          <a:solidFill>
            <a:schemeClr val="accent3"/>
          </a:solidFill>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r>
              <a:rPr lang="en-US"/>
              <a:t>2/1/20XX</a:t>
            </a:r>
            <a:endParaRPr lang="en-US" dirty="0"/>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3200400"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7999"/>
            <a:ext cx="3200400" cy="3048000"/>
          </a:xfrm>
        </p:spPr>
        <p:txBody>
          <a:bodyPr/>
          <a:lstStyle>
            <a:lvl1pPr marL="283464" indent="-283464">
              <a:spcBef>
                <a:spcPts val="1000"/>
              </a:spcBef>
              <a:buFont typeface="Arial" panose="020B0604020202020204" pitchFamily="34" charset="0"/>
              <a:buChar char="•"/>
              <a:defRPr sz="1400"/>
            </a:lvl1pPr>
            <a:lvl2pPr marL="283464" indent="-283464">
              <a:spcBef>
                <a:spcPts val="1000"/>
              </a:spcBef>
              <a:buFont typeface="Arial" panose="020B0604020202020204" pitchFamily="34" charset="0"/>
              <a:buChar char="•"/>
              <a:defRPr sz="1400"/>
            </a:lvl2pPr>
            <a:lvl3pPr marL="283464" indent="-283464">
              <a:spcBef>
                <a:spcPts val="1000"/>
              </a:spcBef>
              <a:buFont typeface="Arial" panose="020B0604020202020204" pitchFamily="34" charset="0"/>
              <a:buChar char="•"/>
              <a:defRPr sz="1400"/>
            </a:lvl3pPr>
            <a:lvl4pPr marL="283464" indent="-283464">
              <a:spcBef>
                <a:spcPts val="1000"/>
              </a:spcBef>
              <a:buFont typeface="Arial" panose="020B0604020202020204" pitchFamily="34" charset="0"/>
              <a:buChar char="•"/>
              <a:defRPr sz="1400"/>
            </a:lvl4pPr>
            <a:lvl5pPr marL="283464" indent="-283464">
              <a:spcBef>
                <a:spcPts val="1000"/>
              </a:spcBef>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4495800" y="2285999"/>
            <a:ext cx="3200400"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4495800" y="3047999"/>
            <a:ext cx="3200400" cy="3048000"/>
          </a:xfrm>
        </p:spPr>
        <p:txBody>
          <a:bodyPr/>
          <a:lstStyle>
            <a:lvl1pPr marL="283464" indent="-283464">
              <a:spcBef>
                <a:spcPts val="1000"/>
              </a:spcBef>
              <a:buFont typeface="Arial" panose="020B0604020202020204" pitchFamily="34" charset="0"/>
              <a:buChar char="•"/>
              <a:defRPr sz="1400"/>
            </a:lvl1pPr>
            <a:lvl2pPr marL="283464" indent="-283464">
              <a:spcBef>
                <a:spcPts val="1000"/>
              </a:spcBef>
              <a:buFont typeface="Arial" panose="020B0604020202020204" pitchFamily="34" charset="0"/>
              <a:buChar char="•"/>
              <a:defRPr sz="1400"/>
            </a:lvl2pPr>
            <a:lvl3pPr marL="283464" indent="-283464">
              <a:spcBef>
                <a:spcPts val="1000"/>
              </a:spcBef>
              <a:buFont typeface="Arial" panose="020B0604020202020204" pitchFamily="34" charset="0"/>
              <a:buChar char="•"/>
              <a:defRPr sz="1400"/>
            </a:lvl3pPr>
            <a:lvl4pPr marL="283464" indent="-283464">
              <a:spcBef>
                <a:spcPts val="1000"/>
              </a:spcBef>
              <a:buFont typeface="Arial" panose="020B0604020202020204" pitchFamily="34" charset="0"/>
              <a:buChar char="•"/>
              <a:defRPr sz="1400"/>
            </a:lvl4pPr>
            <a:lvl5pPr marL="283464" indent="-283464">
              <a:spcBef>
                <a:spcPts val="1000"/>
              </a:spcBef>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4EB2F7F-9194-43CA-B2EE-6C327D14A4F7}"/>
              </a:ext>
            </a:extLst>
          </p:cNvPr>
          <p:cNvSpPr>
            <a:spLocks noGrp="1"/>
          </p:cNvSpPr>
          <p:nvPr>
            <p:ph type="body" sz="quarter" idx="13"/>
          </p:nvPr>
        </p:nvSpPr>
        <p:spPr>
          <a:xfrm>
            <a:off x="8229600" y="2286001"/>
            <a:ext cx="3200400"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FFB1243F-4E49-476D-B798-341DC014DEDF}"/>
              </a:ext>
            </a:extLst>
          </p:cNvPr>
          <p:cNvSpPr>
            <a:spLocks noGrp="1"/>
          </p:cNvSpPr>
          <p:nvPr>
            <p:ph sz="quarter" idx="14"/>
          </p:nvPr>
        </p:nvSpPr>
        <p:spPr>
          <a:xfrm>
            <a:off x="8229600" y="3047999"/>
            <a:ext cx="3200400" cy="3048000"/>
          </a:xfrm>
        </p:spPr>
        <p:txBody>
          <a:bodyPr/>
          <a:lstStyle>
            <a:lvl1pPr marL="283464" indent="-283464">
              <a:spcBef>
                <a:spcPts val="1000"/>
              </a:spcBef>
              <a:buFont typeface="Arial" panose="020B0604020202020204" pitchFamily="34" charset="0"/>
              <a:buChar char="•"/>
              <a:defRPr sz="1400"/>
            </a:lvl1pPr>
            <a:lvl2pPr marL="283464" indent="-283464">
              <a:spcBef>
                <a:spcPts val="1000"/>
              </a:spcBef>
              <a:buFont typeface="Arial" panose="020B0604020202020204" pitchFamily="34" charset="0"/>
              <a:buChar char="•"/>
              <a:defRPr sz="1400"/>
            </a:lvl2pPr>
            <a:lvl3pPr marL="283464" indent="-283464">
              <a:spcBef>
                <a:spcPts val="1000"/>
              </a:spcBef>
              <a:buFont typeface="Arial" panose="020B0604020202020204" pitchFamily="34" charset="0"/>
              <a:buChar char="•"/>
              <a:defRPr sz="1400"/>
            </a:lvl3pPr>
            <a:lvl4pPr marL="283464" indent="-283464">
              <a:spcBef>
                <a:spcPts val="1000"/>
              </a:spcBef>
              <a:buFont typeface="Arial" panose="020B0604020202020204" pitchFamily="34" charset="0"/>
              <a:buChar char="•"/>
              <a:defRPr sz="1400"/>
            </a:lvl4pPr>
            <a:lvl5pPr marL="283464" indent="-283464">
              <a:spcBef>
                <a:spcPts val="1000"/>
              </a:spcBef>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565754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2C5742-73C7-4BB8-A3EC-3EB758A111BC}"/>
              </a:ext>
            </a:extLst>
          </p:cNvPr>
          <p:cNvSpPr>
            <a:spLocks noGrp="1"/>
          </p:cNvSpPr>
          <p:nvPr>
            <p:ph type="title"/>
          </p:nvPr>
        </p:nvSpPr>
        <p:spPr>
          <a:xfrm>
            <a:off x="762000" y="1523997"/>
            <a:ext cx="5334000" cy="1524000"/>
          </a:xfrm>
        </p:spPr>
        <p:txBody>
          <a:bodyPr>
            <a:normAutofit/>
          </a:bodyPr>
          <a:lstStyle/>
          <a:p>
            <a:r>
              <a:rPr lang="en-US" sz="3200"/>
              <a:t>Click to edit Master title style</a:t>
            </a:r>
            <a:endParaRPr lang="en-US" sz="3200" dirty="0"/>
          </a:p>
        </p:txBody>
      </p:sp>
      <p:sp>
        <p:nvSpPr>
          <p:cNvPr id="12" name="Picture Placeholder 11">
            <a:extLst>
              <a:ext uri="{FF2B5EF4-FFF2-40B4-BE49-F238E27FC236}">
                <a16:creationId xmlns:a16="http://schemas.microsoft.com/office/drawing/2014/main" id="{D31BD5D5-F76D-4DB4-A86B-AA4CA5CD353B}"/>
              </a:ext>
            </a:extLst>
          </p:cNvPr>
          <p:cNvSpPr>
            <a:spLocks noGrp="1"/>
          </p:cNvSpPr>
          <p:nvPr>
            <p:ph type="pic" sz="quarter" idx="13"/>
          </p:nvPr>
        </p:nvSpPr>
        <p:spPr>
          <a:xfrm>
            <a:off x="6107467" y="0"/>
            <a:ext cx="5820494" cy="2302951"/>
          </a:xfrm>
          <a:custGeom>
            <a:avLst/>
            <a:gdLst>
              <a:gd name="connsiteX0" fmla="*/ 331087 w 5820494"/>
              <a:gd name="connsiteY0" fmla="*/ 0 h 2302951"/>
              <a:gd name="connsiteX1" fmla="*/ 5820494 w 5820494"/>
              <a:gd name="connsiteY1" fmla="*/ 0 h 2302951"/>
              <a:gd name="connsiteX2" fmla="*/ 5709900 w 5820494"/>
              <a:gd name="connsiteY2" fmla="*/ 213766 h 2302951"/>
              <a:gd name="connsiteX3" fmla="*/ 4932484 w 5820494"/>
              <a:gd name="connsiteY3" fmla="*/ 1340037 h 2302951"/>
              <a:gd name="connsiteX4" fmla="*/ 3361811 w 5820494"/>
              <a:gd name="connsiteY4" fmla="*/ 2268288 h 2302951"/>
              <a:gd name="connsiteX5" fmla="*/ 286590 w 5820494"/>
              <a:gd name="connsiteY5" fmla="*/ 1322722 h 2302951"/>
              <a:gd name="connsiteX6" fmla="*/ 251826 w 5820494"/>
              <a:gd name="connsiteY6" fmla="*/ 87954 h 230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0494" h="2302951">
                <a:moveTo>
                  <a:pt x="331087" y="0"/>
                </a:moveTo>
                <a:lnTo>
                  <a:pt x="5820494" y="0"/>
                </a:lnTo>
                <a:lnTo>
                  <a:pt x="5709900" y="213766"/>
                </a:lnTo>
                <a:cubicBezTo>
                  <a:pt x="5432869" y="711271"/>
                  <a:pt x="5095500" y="1152643"/>
                  <a:pt x="4932484" y="1340037"/>
                </a:cubicBezTo>
                <a:cubicBezTo>
                  <a:pt x="4535940" y="1795562"/>
                  <a:pt x="3997053" y="2167493"/>
                  <a:pt x="3361811" y="2268288"/>
                </a:cubicBezTo>
                <a:cubicBezTo>
                  <a:pt x="2395334" y="2421964"/>
                  <a:pt x="953447" y="2057186"/>
                  <a:pt x="286590" y="1322722"/>
                </a:cubicBezTo>
                <a:cubicBezTo>
                  <a:pt x="-136161" y="857205"/>
                  <a:pt x="-42091" y="443733"/>
                  <a:pt x="251826" y="87954"/>
                </a:cubicBezTo>
                <a:close/>
              </a:path>
            </a:pathLst>
          </a:custGeom>
          <a:solidFill>
            <a:schemeClr val="accent3"/>
          </a:solidFill>
        </p:spPr>
        <p:txBody>
          <a:bodyPr wrap="square">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r>
              <a:rPr lang="en-US"/>
              <a:t>2/1/20XX</a:t>
            </a:r>
            <a:endParaRPr lang="en-US" dirty="0"/>
          </a:p>
        </p:txBody>
      </p:sp>
      <p:sp>
        <p:nvSpPr>
          <p:cNvPr id="8" name="Content Placeholder 2">
            <a:extLst>
              <a:ext uri="{FF2B5EF4-FFF2-40B4-BE49-F238E27FC236}">
                <a16:creationId xmlns:a16="http://schemas.microsoft.com/office/drawing/2014/main" id="{EBDE11C6-AF87-4968-A76C-01F97038AF47}"/>
              </a:ext>
            </a:extLst>
          </p:cNvPr>
          <p:cNvSpPr>
            <a:spLocks noGrp="1"/>
          </p:cNvSpPr>
          <p:nvPr>
            <p:ph idx="1"/>
          </p:nvPr>
        </p:nvSpPr>
        <p:spPr>
          <a:xfrm>
            <a:off x="762000" y="3047999"/>
            <a:ext cx="5334000" cy="3047999"/>
          </a:xfrm>
        </p:spPr>
        <p:txBody>
          <a:bodyPr>
            <a:normAutofit/>
          </a:bodyPr>
          <a:lstStyle/>
          <a:p>
            <a:pPr marL="0" lvl="0" indent="0">
              <a:buNone/>
            </a:pPr>
            <a:r>
              <a:rPr lang="en-US"/>
              <a:t>Click to edit Master text styles</a:t>
            </a:r>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15" name="Picture Placeholder 14">
            <a:extLst>
              <a:ext uri="{FF2B5EF4-FFF2-40B4-BE49-F238E27FC236}">
                <a16:creationId xmlns:a16="http://schemas.microsoft.com/office/drawing/2014/main" id="{53546A48-F275-42D1-A2AB-BA54F9390C3D}"/>
              </a:ext>
            </a:extLst>
          </p:cNvPr>
          <p:cNvSpPr>
            <a:spLocks noGrp="1"/>
          </p:cNvSpPr>
          <p:nvPr>
            <p:ph type="pic" sz="quarter" idx="14"/>
          </p:nvPr>
        </p:nvSpPr>
        <p:spPr>
          <a:xfrm>
            <a:off x="8016382" y="3048002"/>
            <a:ext cx="4176866" cy="3809998"/>
          </a:xfrm>
          <a:custGeom>
            <a:avLst/>
            <a:gdLst>
              <a:gd name="connsiteX0" fmla="*/ 2183095 w 4176866"/>
              <a:gd name="connsiteY0" fmla="*/ 18 h 3809998"/>
              <a:gd name="connsiteX1" fmla="*/ 3425027 w 4176866"/>
              <a:gd name="connsiteY1" fmla="*/ 1440807 h 3809998"/>
              <a:gd name="connsiteX2" fmla="*/ 3480109 w 4176866"/>
              <a:gd name="connsiteY2" fmla="*/ 1517585 h 3809998"/>
              <a:gd name="connsiteX3" fmla="*/ 4110688 w 4176866"/>
              <a:gd name="connsiteY3" fmla="*/ 2402159 h 3809998"/>
              <a:gd name="connsiteX4" fmla="*/ 4176866 w 4176866"/>
              <a:gd name="connsiteY4" fmla="*/ 2587346 h 3809998"/>
              <a:gd name="connsiteX5" fmla="*/ 4176866 w 4176866"/>
              <a:gd name="connsiteY5" fmla="*/ 3809998 h 3809998"/>
              <a:gd name="connsiteX6" fmla="*/ 4077743 w 4176866"/>
              <a:gd name="connsiteY6" fmla="*/ 3809998 h 3809998"/>
              <a:gd name="connsiteX7" fmla="*/ 892220 w 4176866"/>
              <a:gd name="connsiteY7" fmla="*/ 3809998 h 3809998"/>
              <a:gd name="connsiteX8" fmla="*/ 840654 w 4176866"/>
              <a:gd name="connsiteY8" fmla="*/ 3790763 h 3809998"/>
              <a:gd name="connsiteX9" fmla="*/ 5750 w 4176866"/>
              <a:gd name="connsiteY9" fmla="*/ 2913921 h 3809998"/>
              <a:gd name="connsiteX10" fmla="*/ 819614 w 4176866"/>
              <a:gd name="connsiteY10" fmla="*/ 1008105 h 3809998"/>
              <a:gd name="connsiteX11" fmla="*/ 2183095 w 4176866"/>
              <a:gd name="connsiteY11" fmla="*/ 18 h 380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76866" h="3809998">
                <a:moveTo>
                  <a:pt x="2183095" y="18"/>
                </a:moveTo>
                <a:cubicBezTo>
                  <a:pt x="2652021" y="-4644"/>
                  <a:pt x="3095337" y="947177"/>
                  <a:pt x="3425027" y="1440807"/>
                </a:cubicBezTo>
                <a:cubicBezTo>
                  <a:pt x="3436611" y="1458213"/>
                  <a:pt x="3455517" y="1484324"/>
                  <a:pt x="3480109" y="1517585"/>
                </a:cubicBezTo>
                <a:cubicBezTo>
                  <a:pt x="3682056" y="1791449"/>
                  <a:pt x="3954543" y="2043338"/>
                  <a:pt x="4110688" y="2402159"/>
                </a:cubicBezTo>
                <a:lnTo>
                  <a:pt x="4176866" y="2587346"/>
                </a:lnTo>
                <a:lnTo>
                  <a:pt x="4176866" y="3809998"/>
                </a:lnTo>
                <a:lnTo>
                  <a:pt x="4077743" y="3809998"/>
                </a:lnTo>
                <a:lnTo>
                  <a:pt x="892220" y="3809998"/>
                </a:lnTo>
                <a:lnTo>
                  <a:pt x="840654" y="3790763"/>
                </a:lnTo>
                <a:cubicBezTo>
                  <a:pt x="487978" y="3656636"/>
                  <a:pt x="58498" y="3454097"/>
                  <a:pt x="5750" y="2913921"/>
                </a:cubicBezTo>
                <a:cubicBezTo>
                  <a:pt x="-64577" y="2192439"/>
                  <a:pt x="527932" y="1403503"/>
                  <a:pt x="819614" y="1008105"/>
                </a:cubicBezTo>
                <a:cubicBezTo>
                  <a:pt x="1190771" y="504837"/>
                  <a:pt x="1667013" y="5308"/>
                  <a:pt x="2183095" y="18"/>
                </a:cubicBezTo>
                <a:close/>
              </a:path>
            </a:pathLst>
          </a:custGeom>
          <a:solidFill>
            <a:schemeClr val="accent3"/>
          </a:solidFill>
        </p:spPr>
        <p:txBody>
          <a:bodyPr wrap="square">
            <a:noAutofit/>
          </a:bodyPr>
          <a:lstStyle/>
          <a:p>
            <a:r>
              <a:rPr lang="en-US"/>
              <a:t>Click icon to add picture</a:t>
            </a:r>
            <a:endParaRPr lang="en-US" dirty="0"/>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412895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1FAA1E16-84B5-4131-9CE1-7C6D43D1E15A}"/>
              </a:ext>
            </a:extLst>
          </p:cNvPr>
          <p:cNvSpPr>
            <a:spLocks noGrp="1"/>
          </p:cNvSpPr>
          <p:nvPr>
            <p:ph type="title"/>
          </p:nvPr>
        </p:nvSpPr>
        <p:spPr>
          <a:xfrm>
            <a:off x="6858000" y="1523990"/>
            <a:ext cx="4572000" cy="1524010"/>
          </a:xfrm>
        </p:spPr>
        <p:txBody>
          <a:bodyPr anchor="t" anchorCtr="0">
            <a:normAutofit/>
          </a:bodyPr>
          <a:lstStyle/>
          <a:p>
            <a:r>
              <a:rPr lang="en-US" sz="3200"/>
              <a:t>Click to edit Master title style</a:t>
            </a:r>
            <a:endParaRPr lang="en-US" sz="3200" dirty="0"/>
          </a:p>
        </p:txBody>
      </p:sp>
      <p:sp>
        <p:nvSpPr>
          <p:cNvPr id="11" name="Picture Placeholder 10">
            <a:extLst>
              <a:ext uri="{FF2B5EF4-FFF2-40B4-BE49-F238E27FC236}">
                <a16:creationId xmlns:a16="http://schemas.microsoft.com/office/drawing/2014/main" id="{35ED8B7F-F797-40AD-8F10-7B52ECFAC8B1}"/>
              </a:ext>
            </a:extLst>
          </p:cNvPr>
          <p:cNvSpPr>
            <a:spLocks noGrp="1"/>
          </p:cNvSpPr>
          <p:nvPr>
            <p:ph type="pic" sz="quarter" idx="13"/>
          </p:nvPr>
        </p:nvSpPr>
        <p:spPr>
          <a:xfrm>
            <a:off x="1" y="762007"/>
            <a:ext cx="5948797" cy="6095979"/>
          </a:xfrm>
          <a:custGeom>
            <a:avLst/>
            <a:gdLst>
              <a:gd name="connsiteX0" fmla="*/ 1573824 w 5948797"/>
              <a:gd name="connsiteY0" fmla="*/ 765 h 6095979"/>
              <a:gd name="connsiteX1" fmla="*/ 2734655 w 5948797"/>
              <a:gd name="connsiteY1" fmla="*/ 238687 h 6095979"/>
              <a:gd name="connsiteX2" fmla="*/ 5668308 w 5948797"/>
              <a:gd name="connsiteY2" fmla="*/ 3639516 h 6095979"/>
              <a:gd name="connsiteX3" fmla="*/ 5937014 w 5948797"/>
              <a:gd name="connsiteY3" fmla="*/ 5865869 h 6095979"/>
              <a:gd name="connsiteX4" fmla="*/ 5948797 w 5948797"/>
              <a:gd name="connsiteY4" fmla="*/ 6095979 h 6095979"/>
              <a:gd name="connsiteX5" fmla="*/ 0 w 5948797"/>
              <a:gd name="connsiteY5" fmla="*/ 6095979 h 6095979"/>
              <a:gd name="connsiteX6" fmla="*/ 0 w 5948797"/>
              <a:gd name="connsiteY6" fmla="*/ 1621650 h 6095979"/>
              <a:gd name="connsiteX7" fmla="*/ 36302 w 5948797"/>
              <a:gd name="connsiteY7" fmla="*/ 1518814 h 6095979"/>
              <a:gd name="connsiteX8" fmla="*/ 287883 w 5948797"/>
              <a:gd name="connsiteY8" fmla="*/ 956872 h 6095979"/>
              <a:gd name="connsiteX9" fmla="*/ 1573824 w 5948797"/>
              <a:gd name="connsiteY9" fmla="*/ 765 h 609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48797" h="6095979">
                <a:moveTo>
                  <a:pt x="1573824" y="765"/>
                </a:moveTo>
                <a:cubicBezTo>
                  <a:pt x="1940182" y="-10734"/>
                  <a:pt x="2329337" y="109280"/>
                  <a:pt x="2734655" y="238687"/>
                </a:cubicBezTo>
                <a:cubicBezTo>
                  <a:pt x="4118236" y="680647"/>
                  <a:pt x="5296689" y="1302752"/>
                  <a:pt x="5668308" y="3639516"/>
                </a:cubicBezTo>
                <a:cubicBezTo>
                  <a:pt x="5788290" y="4393559"/>
                  <a:pt x="5890538" y="5142244"/>
                  <a:pt x="5937014" y="5865869"/>
                </a:cubicBezTo>
                <a:lnTo>
                  <a:pt x="5948797" y="6095979"/>
                </a:lnTo>
                <a:lnTo>
                  <a:pt x="0" y="6095979"/>
                </a:lnTo>
                <a:lnTo>
                  <a:pt x="0" y="1621650"/>
                </a:lnTo>
                <a:lnTo>
                  <a:pt x="36302" y="1518814"/>
                </a:lnTo>
                <a:cubicBezTo>
                  <a:pt x="109797" y="1321982"/>
                  <a:pt x="192747" y="1133640"/>
                  <a:pt x="287883" y="956872"/>
                </a:cubicBezTo>
                <a:cubicBezTo>
                  <a:pt x="669445" y="247734"/>
                  <a:pt x="1102792" y="15549"/>
                  <a:pt x="1573824" y="765"/>
                </a:cubicBezTo>
                <a:close/>
              </a:path>
            </a:pathLst>
          </a:custGeom>
          <a:solidFill>
            <a:schemeClr val="accent3"/>
          </a:solidFill>
        </p:spPr>
        <p:txBody>
          <a:bodyPr wrap="square">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r>
              <a:rPr lang="en-US"/>
              <a:t>2/1/20XX</a:t>
            </a:r>
            <a:endParaRPr lang="en-US" dirty="0"/>
          </a:p>
        </p:txBody>
      </p:sp>
      <p:sp>
        <p:nvSpPr>
          <p:cNvPr id="7" name="Content Placeholder 7">
            <a:extLst>
              <a:ext uri="{FF2B5EF4-FFF2-40B4-BE49-F238E27FC236}">
                <a16:creationId xmlns:a16="http://schemas.microsoft.com/office/drawing/2014/main" id="{3BF507F0-BF7D-45F6-B6FD-A124B9BABA2A}"/>
              </a:ext>
            </a:extLst>
          </p:cNvPr>
          <p:cNvSpPr>
            <a:spLocks noGrp="1"/>
          </p:cNvSpPr>
          <p:nvPr>
            <p:ph idx="1"/>
          </p:nvPr>
        </p:nvSpPr>
        <p:spPr>
          <a:xfrm>
            <a:off x="6858001" y="3048000"/>
            <a:ext cx="4572000" cy="3048001"/>
          </a:xfrm>
        </p:spPr>
        <p:txBody>
          <a:bodyPr vert="horz" lIns="91440" tIns="45720" rIns="91440" bIns="45720" rtlCol="0">
            <a:normAutofit/>
          </a:bodyPr>
          <a:lstStyle/>
          <a:p>
            <a:pPr marL="0" lvl="0" indent="0">
              <a:buNone/>
            </a:pPr>
            <a:r>
              <a:rPr lang="en-US" sz="2400"/>
              <a:t>Click to edit Master text styles</a:t>
            </a:r>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
        <p:nvSpPr>
          <p:cNvPr id="6" name="Freeform: Shape 5">
            <a:extLst>
              <a:ext uri="{FF2B5EF4-FFF2-40B4-BE49-F238E27FC236}">
                <a16:creationId xmlns:a16="http://schemas.microsoft.com/office/drawing/2014/main" id="{F7884FE9-B11F-40BA-879F-2988D7F3697C}"/>
              </a:ext>
              <a:ext uri="{C183D7F6-B498-43B3-948B-1728B52AA6E4}">
                <adec:decorative xmlns:adec="http://schemas.microsoft.com/office/drawing/2017/decorative" val="1"/>
              </a:ext>
            </a:extLst>
          </p:cNvPr>
          <p:cNvSpPr/>
          <p:nvPr userDrawn="1"/>
        </p:nvSpPr>
        <p:spPr>
          <a:xfrm rot="5400000" flipH="1">
            <a:off x="223838" y="538152"/>
            <a:ext cx="6095989" cy="654368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3378602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r>
              <a:rPr lang="en-US"/>
              <a:t>2/1/20XX</a:t>
            </a:r>
            <a:endParaRPr lang="en-US" dirty="0"/>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42695222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r>
              <a:rPr lang="en-US"/>
              <a:t>2/1/20XX</a:t>
            </a:r>
            <a:endParaRPr lang="en-US" dirty="0"/>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22266384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r>
              <a:rPr lang="en-US"/>
              <a:t>2/1/20XX</a:t>
            </a:r>
            <a:endParaRPr lang="en-US" dirty="0"/>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970162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r>
              <a:rPr lang="en-US"/>
              <a:t>2/1/20XX</a:t>
            </a:r>
            <a:endParaRPr lang="en-US" dirty="0"/>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945669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r>
              <a:rPr lang="en-US"/>
              <a:t>2/1/20XX</a:t>
            </a:r>
            <a:endParaRPr lang="en-US" dirty="0"/>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845120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r>
              <a:rPr lang="en-US"/>
              <a:t>2/1/20XX</a:t>
            </a:r>
            <a:endParaRPr lang="en-US" dirty="0"/>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2703645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r>
              <a:rPr lang="en-US"/>
              <a:t>2/1/20XX</a:t>
            </a:r>
            <a:endParaRPr lang="en-US" dirty="0"/>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12722311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r>
              <a:rPr lang="en-US"/>
              <a:t>2/1/20XX</a:t>
            </a:r>
            <a:endParaRPr lang="en-US" dirty="0"/>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700593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9389165" y="194320"/>
            <a:ext cx="2040835"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r>
              <a:rPr lang="en-US"/>
              <a:t>2/1/20XX</a:t>
            </a:r>
            <a:endParaRPr lang="en-US" dirty="0"/>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9906000"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a:t>
            </a:fld>
            <a:endParaRPr lang="en-US" dirty="0"/>
          </a:p>
        </p:txBody>
      </p:sp>
    </p:spTree>
    <p:extLst>
      <p:ext uri="{BB962C8B-B14F-4D97-AF65-F5344CB8AC3E}">
        <p14:creationId xmlns:p14="http://schemas.microsoft.com/office/powerpoint/2010/main" val="3985455389"/>
      </p:ext>
    </p:extLst>
  </p:cSld>
  <p:clrMap bg1="dk1" tx1="lt1" bg2="dk2" tx2="lt2" accent1="accent1" accent2="accent2" accent3="accent3" accent4="accent4" accent5="accent5" accent6="accent6" hlink="hlink" folHlink="folHlink"/>
  <p:sldLayoutIdLst>
    <p:sldLayoutId id="2147483660" r:id="rId1"/>
    <p:sldLayoutId id="2147483672" r:id="rId2"/>
    <p:sldLayoutId id="2147483662" r:id="rId3"/>
    <p:sldLayoutId id="2147483667" r:id="rId4"/>
    <p:sldLayoutId id="2147483650" r:id="rId5"/>
    <p:sldLayoutId id="2147483655" r:id="rId6"/>
    <p:sldLayoutId id="2147483670" r:id="rId7"/>
    <p:sldLayoutId id="2147483653" r:id="rId8"/>
    <p:sldLayoutId id="2147483671" r:id="rId9"/>
    <p:sldLayoutId id="2147483666" r:id="rId10"/>
    <p:sldLayoutId id="2147483663" r:id="rId11"/>
    <p:sldLayoutId id="2147483651" r:id="rId12"/>
    <p:sldLayoutId id="2147483649" r:id="rId13"/>
    <p:sldLayoutId id="2147483652" r:id="rId14"/>
    <p:sldLayoutId id="2147483654" r:id="rId15"/>
    <p:sldLayoutId id="2147483669" r:id="rId16"/>
    <p:sldLayoutId id="2147483656" r:id="rId17"/>
    <p:sldLayoutId id="2147483657" r:id="rId18"/>
    <p:sldLayoutId id="2147483658" r:id="rId19"/>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25000"/>
        </a:lnSpc>
        <a:spcBef>
          <a:spcPts val="1000"/>
        </a:spcBef>
        <a:buFont typeface="Arial" panose="020B0604020202020204" pitchFamily="34" charset="0"/>
        <a:buNone/>
        <a:defRPr sz="2800" kern="1200">
          <a:solidFill>
            <a:schemeClr val="tx1">
              <a:alpha val="70000"/>
            </a:schemeClr>
          </a:solidFill>
          <a:latin typeface="+mn-lt"/>
          <a:ea typeface="+mn-ea"/>
          <a:cs typeface="+mn-cs"/>
        </a:defRPr>
      </a:lvl1pPr>
      <a:lvl2pPr marL="457200" indent="0" algn="l" defTabSz="914400" rtl="0" eaLnBrk="1" latinLnBrk="0" hangingPunct="1">
        <a:lnSpc>
          <a:spcPct val="125000"/>
        </a:lnSpc>
        <a:spcBef>
          <a:spcPts val="500"/>
        </a:spcBef>
        <a:buFont typeface="Arial" panose="020B0604020202020204" pitchFamily="34" charset="0"/>
        <a:buNone/>
        <a:defRPr sz="2800" kern="1200">
          <a:solidFill>
            <a:schemeClr val="tx1">
              <a:alpha val="70000"/>
            </a:schemeClr>
          </a:solidFill>
          <a:latin typeface="+mn-lt"/>
          <a:ea typeface="+mn-ea"/>
          <a:cs typeface="+mn-cs"/>
        </a:defRPr>
      </a:lvl2pPr>
      <a:lvl3pPr marL="914400" indent="0" algn="l" defTabSz="914400" rtl="0" eaLnBrk="1" latinLnBrk="0" hangingPunct="1">
        <a:lnSpc>
          <a:spcPct val="125000"/>
        </a:lnSpc>
        <a:spcBef>
          <a:spcPts val="500"/>
        </a:spcBef>
        <a:buFont typeface="Arial" panose="020B0604020202020204" pitchFamily="34" charset="0"/>
        <a:buNone/>
        <a:defRPr sz="2800" kern="1200">
          <a:solidFill>
            <a:schemeClr val="tx1">
              <a:alpha val="70000"/>
            </a:schemeClr>
          </a:solidFill>
          <a:latin typeface="+mn-lt"/>
          <a:ea typeface="+mn-ea"/>
          <a:cs typeface="+mn-cs"/>
        </a:defRPr>
      </a:lvl3pPr>
      <a:lvl4pPr marL="1371600" indent="0" algn="l" defTabSz="914400" rtl="0" eaLnBrk="1" latinLnBrk="0" hangingPunct="1">
        <a:lnSpc>
          <a:spcPct val="125000"/>
        </a:lnSpc>
        <a:spcBef>
          <a:spcPts val="500"/>
        </a:spcBef>
        <a:buFont typeface="Arial" panose="020B0604020202020204" pitchFamily="34" charset="0"/>
        <a:buNone/>
        <a:defRPr sz="2800" kern="1200">
          <a:solidFill>
            <a:schemeClr val="tx1">
              <a:alpha val="70000"/>
            </a:schemeClr>
          </a:solidFill>
          <a:latin typeface="+mn-lt"/>
          <a:ea typeface="+mn-ea"/>
          <a:cs typeface="+mn-cs"/>
        </a:defRPr>
      </a:lvl4pPr>
      <a:lvl5pPr marL="1828800" indent="0" algn="l" defTabSz="914400" rtl="0" eaLnBrk="1" latinLnBrk="0" hangingPunct="1">
        <a:lnSpc>
          <a:spcPct val="125000"/>
        </a:lnSpc>
        <a:spcBef>
          <a:spcPts val="500"/>
        </a:spcBef>
        <a:buFont typeface="Arial" panose="020B0604020202020204" pitchFamily="34" charset="0"/>
        <a:buNone/>
        <a:defRPr sz="2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480">
          <p15:clr>
            <a:srgbClr val="F26B43"/>
          </p15:clr>
        </p15:guide>
        <p15:guide id="3" pos="960">
          <p15:clr>
            <a:srgbClr val="F26B43"/>
          </p15:clr>
        </p15:guide>
        <p15:guide id="4" pos="1440">
          <p15:clr>
            <a:srgbClr val="F26B43"/>
          </p15:clr>
        </p15:guide>
        <p15:guide id="5" pos="1920">
          <p15:clr>
            <a:srgbClr val="F26B43"/>
          </p15:clr>
        </p15:guide>
        <p15:guide id="6" pos="2400">
          <p15:clr>
            <a:srgbClr val="F26B43"/>
          </p15:clr>
        </p15:guide>
        <p15:guide id="7" pos="2880">
          <p15:clr>
            <a:srgbClr val="F26B43"/>
          </p15:clr>
        </p15:guide>
        <p15:guide id="8" pos="3360">
          <p15:clr>
            <a:srgbClr val="F26B43"/>
          </p15:clr>
        </p15:guide>
        <p15:guide id="9" pos="3840">
          <p15:clr>
            <a:srgbClr val="F26B43"/>
          </p15:clr>
        </p15:guide>
        <p15:guide id="10" pos="4320">
          <p15:clr>
            <a:srgbClr val="F26B43"/>
          </p15:clr>
        </p15:guide>
        <p15:guide id="11" pos="4800">
          <p15:clr>
            <a:srgbClr val="F26B43"/>
          </p15:clr>
        </p15:guide>
        <p15:guide id="12" pos="5280">
          <p15:clr>
            <a:srgbClr val="F26B43"/>
          </p15:clr>
        </p15:guide>
        <p15:guide id="13" pos="5760">
          <p15:clr>
            <a:srgbClr val="F26B43"/>
          </p15:clr>
        </p15:guide>
        <p15:guide id="14" pos="6240">
          <p15:clr>
            <a:srgbClr val="F26B43"/>
          </p15:clr>
        </p15:guide>
        <p15:guide id="15" pos="6720">
          <p15:clr>
            <a:srgbClr val="F26B43"/>
          </p15:clr>
        </p15:guide>
        <p15:guide id="16" pos="7200">
          <p15:clr>
            <a:srgbClr val="F26B43"/>
          </p15:clr>
        </p15:guide>
        <p15:guide id="17" pos="7680">
          <p15:clr>
            <a:srgbClr val="F26B43"/>
          </p15:clr>
        </p15:guide>
        <p15:guide id="18" orient="horz">
          <p15:clr>
            <a:srgbClr val="F26B43"/>
          </p15:clr>
        </p15:guide>
        <p15:guide id="19" orient="horz" pos="480">
          <p15:clr>
            <a:srgbClr val="F26B43"/>
          </p15:clr>
        </p15:guide>
        <p15:guide id="20" orient="horz" pos="960">
          <p15:clr>
            <a:srgbClr val="F26B43"/>
          </p15:clr>
        </p15:guide>
        <p15:guide id="21" orient="horz" pos="1440">
          <p15:clr>
            <a:srgbClr val="F26B43"/>
          </p15:clr>
        </p15:guide>
        <p15:guide id="22" orient="horz" pos="1920">
          <p15:clr>
            <a:srgbClr val="F26B43"/>
          </p15:clr>
        </p15:guide>
        <p15:guide id="23" orient="horz" pos="2400">
          <p15:clr>
            <a:srgbClr val="F26B43"/>
          </p15:clr>
        </p15:guide>
        <p15:guide id="24" orient="horz" pos="2880">
          <p15:clr>
            <a:srgbClr val="F26B43"/>
          </p15:clr>
        </p15:guide>
        <p15:guide id="25" orient="horz" pos="3360">
          <p15:clr>
            <a:srgbClr val="F26B43"/>
          </p15:clr>
        </p15:guide>
        <p15:guide id="26" orient="horz" pos="3840">
          <p15:clr>
            <a:srgbClr val="F26B43"/>
          </p15:clr>
        </p15:guide>
        <p15:guide id="27" orient="horz" pos="43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Placeholder 51" descr="Coffee Beans">
            <a:extLst>
              <a:ext uri="{FF2B5EF4-FFF2-40B4-BE49-F238E27FC236}">
                <a16:creationId xmlns:a16="http://schemas.microsoft.com/office/drawing/2014/main" id="{C388A144-7F73-4841-9C0E-A3A1C8B66D97}"/>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a:stretch/>
        </p:blipFill>
        <p:spPr>
          <a:xfrm>
            <a:off x="0" y="0"/>
            <a:ext cx="12198985" cy="6877685"/>
          </a:xfrm>
        </p:spPr>
      </p:pic>
      <p:sp>
        <p:nvSpPr>
          <p:cNvPr id="8" name="Title 7">
            <a:extLst>
              <a:ext uri="{FF2B5EF4-FFF2-40B4-BE49-F238E27FC236}">
                <a16:creationId xmlns:a16="http://schemas.microsoft.com/office/drawing/2014/main" id="{514543A8-30F8-48A3-9966-2C87455FC512}"/>
              </a:ext>
            </a:extLst>
          </p:cNvPr>
          <p:cNvSpPr>
            <a:spLocks noGrp="1"/>
          </p:cNvSpPr>
          <p:nvPr>
            <p:ph type="ctrTitle"/>
          </p:nvPr>
        </p:nvSpPr>
        <p:spPr>
          <a:xfrm>
            <a:off x="2991440" y="418499"/>
            <a:ext cx="7852527" cy="2286000"/>
          </a:xfrm>
        </p:spPr>
        <p:txBody>
          <a:bodyPr>
            <a:normAutofit/>
          </a:bodyPr>
          <a:lstStyle/>
          <a:p>
            <a:pPr algn="ctr"/>
            <a:r>
              <a:rPr lang="en-US" b="1" dirty="0"/>
              <a:t>PHÁT TRIỂN ỨNG DỤNG MOBILE QUẢN</a:t>
            </a:r>
            <a:r>
              <a:rPr lang="vi-VN" b="1" dirty="0"/>
              <a:t> LÝ COFFEE</a:t>
            </a:r>
            <a:endParaRPr lang="en-US" dirty="0"/>
          </a:p>
        </p:txBody>
      </p:sp>
      <p:sp>
        <p:nvSpPr>
          <p:cNvPr id="9" name="Subtitle 8">
            <a:extLst>
              <a:ext uri="{FF2B5EF4-FFF2-40B4-BE49-F238E27FC236}">
                <a16:creationId xmlns:a16="http://schemas.microsoft.com/office/drawing/2014/main" id="{90F4C458-488B-4A00-BBE6-56D166E4C588}"/>
              </a:ext>
            </a:extLst>
          </p:cNvPr>
          <p:cNvSpPr>
            <a:spLocks noGrp="1"/>
          </p:cNvSpPr>
          <p:nvPr>
            <p:ph type="subTitle" idx="1"/>
          </p:nvPr>
        </p:nvSpPr>
        <p:spPr>
          <a:xfrm>
            <a:off x="245794" y="3361226"/>
            <a:ext cx="4665571" cy="2729979"/>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SINH VIÊN:</a:t>
            </a:r>
            <a:r>
              <a:rPr lang="en-US" b="1" dirty="0">
                <a:latin typeface="Times New Roman" panose="02020603050405020304" pitchFamily="18" charset="0"/>
                <a:cs typeface="Times New Roman" panose="02020603050405020304" pitchFamily="18" charset="0"/>
              </a:rPr>
              <a:t> NGUYỄN HẢI</a:t>
            </a:r>
            <a:r>
              <a:rPr lang="vi-VN" b="1" dirty="0">
                <a:latin typeface="Times New Roman" panose="02020603050405020304" pitchFamily="18" charset="0"/>
                <a:cs typeface="Times New Roman" panose="02020603050405020304" pitchFamily="18" charset="0"/>
              </a:rPr>
              <a:t> NAM</a:t>
            </a:r>
            <a:endParaRPr lang="en-US" dirty="0">
              <a:latin typeface="Times New Roman" panose="02020603050405020304" pitchFamily="18" charset="0"/>
              <a:cs typeface="Times New Roman" panose="02020603050405020304" pitchFamily="18" charset="0"/>
            </a:endParaRPr>
          </a:p>
          <a:p>
            <a:r>
              <a:rPr lang="vi-VN" b="1" dirty="0">
                <a:latin typeface="Times New Roman" panose="02020603050405020304" pitchFamily="18" charset="0"/>
                <a:cs typeface="Times New Roman" panose="02020603050405020304" pitchFamily="18" charset="0"/>
              </a:rPr>
              <a:t>                      VŨ THÀNH MINH</a:t>
            </a:r>
            <a:endParaRPr lang="en-US" dirty="0">
              <a:latin typeface="Times New Roman" panose="02020603050405020304" pitchFamily="18" charset="0"/>
              <a:cs typeface="Times New Roman" panose="02020603050405020304" pitchFamily="18" charset="0"/>
            </a:endParaRPr>
          </a:p>
          <a:p>
            <a:r>
              <a:rPr lang="vi-VN" b="1" dirty="0">
                <a:latin typeface="Times New Roman" panose="02020603050405020304" pitchFamily="18" charset="0"/>
                <a:cs typeface="Times New Roman" panose="02020603050405020304" pitchFamily="18" charset="0"/>
              </a:rPr>
              <a:t>MÃ SINH VIÊN</a:t>
            </a:r>
            <a:r>
              <a:rPr lang="vi-VN" dirty="0">
                <a:latin typeface="Times New Roman" panose="02020603050405020304" pitchFamily="18" charset="0"/>
                <a:cs typeface="Times New Roman" panose="02020603050405020304" pitchFamily="18" charset="0"/>
              </a:rPr>
              <a:t>: </a:t>
            </a:r>
            <a:r>
              <a:rPr lang="vi-VN" b="1" dirty="0">
                <a:latin typeface="Times New Roman" panose="02020603050405020304" pitchFamily="18" charset="0"/>
                <a:cs typeface="Times New Roman" panose="02020603050405020304" pitchFamily="18" charset="0"/>
              </a:rPr>
              <a:t>10123234</a:t>
            </a:r>
          </a:p>
          <a:p>
            <a:r>
              <a:rPr lang="en-US" b="1" dirty="0">
                <a:latin typeface="Times New Roman" panose="02020603050405020304" pitchFamily="18" charset="0"/>
                <a:cs typeface="Times New Roman" panose="02020603050405020304" pitchFamily="18" charset="0"/>
              </a:rPr>
              <a:t> </a:t>
            </a:r>
            <a:r>
              <a:rPr lang="vi-VN" b="1" dirty="0">
                <a:latin typeface="Times New Roman" panose="02020603050405020304" pitchFamily="18" charset="0"/>
                <a:cs typeface="Times New Roman" panose="02020603050405020304" pitchFamily="18" charset="0"/>
              </a:rPr>
              <a:t>                             11223272</a:t>
            </a:r>
          </a:p>
          <a:p>
            <a:r>
              <a:rPr lang="vi-VN" dirty="0">
                <a:latin typeface="Times New Roman" panose="02020603050405020304" pitchFamily="18" charset="0"/>
                <a:cs typeface="Times New Roman" panose="02020603050405020304" pitchFamily="18" charset="0"/>
              </a:rPr>
              <a:t>MÃ LỚP: </a:t>
            </a:r>
            <a:r>
              <a:rPr lang="vi-VN" b="1" dirty="0">
                <a:latin typeface="Times New Roman" panose="02020603050405020304" pitchFamily="18" charset="0"/>
                <a:cs typeface="Times New Roman" panose="02020603050405020304" pitchFamily="18" charset="0"/>
              </a:rPr>
              <a:t>12523W.1</a:t>
            </a:r>
            <a:endParaRPr lang="en-US" dirty="0">
              <a:latin typeface="Times New Roman" panose="02020603050405020304" pitchFamily="18" charset="0"/>
              <a:cs typeface="Times New Roman" panose="02020603050405020304" pitchFamily="18" charset="0"/>
            </a:endParaRPr>
          </a:p>
          <a:p>
            <a:r>
              <a:rPr lang="vi-VN" dirty="0">
                <a:latin typeface="Times New Roman" panose="02020603050405020304" pitchFamily="18" charset="0"/>
                <a:cs typeface="Times New Roman" panose="02020603050405020304" pitchFamily="18" charset="0"/>
              </a:rPr>
              <a:t>HƯỚNG DẪN:</a:t>
            </a:r>
            <a:r>
              <a:rPr lang="vi-VN" b="1" dirty="0">
                <a:latin typeface="Times New Roman" panose="02020603050405020304" pitchFamily="18" charset="0"/>
                <a:cs typeface="Times New Roman" panose="02020603050405020304" pitchFamily="18" charset="0"/>
              </a:rPr>
              <a:t> Ths. BÙI ĐỨC THỌ</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0" name="Freeform: Shape 49">
            <a:extLst>
              <a:ext uri="{FF2B5EF4-FFF2-40B4-BE49-F238E27FC236}">
                <a16:creationId xmlns:a16="http://schemas.microsoft.com/office/drawing/2014/main" id="{DE0ACD1F-5E64-47CD-BF6C-FED863721BAA}"/>
              </a:ext>
              <a:ext uri="{C183D7F6-B498-43B3-948B-1728B52AA6E4}">
                <adec:decorative xmlns:adec="http://schemas.microsoft.com/office/drawing/2017/decorative" val="1"/>
              </a:ext>
            </a:extLst>
          </p:cNvPr>
          <p:cNvSpPr/>
          <p:nvPr/>
        </p:nvSpPr>
        <p:spPr>
          <a:xfrm>
            <a:off x="0" y="136525"/>
            <a:ext cx="6130391" cy="672147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180833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BF2EF1B-CCB2-40E8-AB44-5AFEA615DF09}"/>
              </a:ext>
            </a:extLst>
          </p:cNvPr>
          <p:cNvSpPr>
            <a:spLocks noGrp="1"/>
          </p:cNvSpPr>
          <p:nvPr>
            <p:ph type="title"/>
          </p:nvPr>
        </p:nvSpPr>
        <p:spPr>
          <a:xfrm>
            <a:off x="6096000" y="762000"/>
            <a:ext cx="5334000" cy="1524000"/>
          </a:xfrm>
        </p:spPr>
        <p:txBody>
          <a:bodyPr/>
          <a:lstStyle/>
          <a:p>
            <a:r>
              <a:rPr lang="vi-VN" dirty="0"/>
              <a:t>MỤC LỤC</a:t>
            </a:r>
            <a:endParaRPr lang="en-US" dirty="0"/>
          </a:p>
        </p:txBody>
      </p:sp>
      <p:pic>
        <p:nvPicPr>
          <p:cNvPr id="9" name="Picture Placeholder 8" descr="Coffee machine at work">
            <a:extLst>
              <a:ext uri="{FF2B5EF4-FFF2-40B4-BE49-F238E27FC236}">
                <a16:creationId xmlns:a16="http://schemas.microsoft.com/office/drawing/2014/main" id="{E34F2790-963F-4737-9DB8-67C3899EF68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2" y="0"/>
            <a:ext cx="5578823" cy="6028256"/>
          </a:xfrm>
        </p:spPr>
      </p:pic>
      <p:sp>
        <p:nvSpPr>
          <p:cNvPr id="5" name="Content Placeholder 4">
            <a:extLst>
              <a:ext uri="{FF2B5EF4-FFF2-40B4-BE49-F238E27FC236}">
                <a16:creationId xmlns:a16="http://schemas.microsoft.com/office/drawing/2014/main" id="{2585A4C3-EB2E-41D1-8420-7251814A8D8B}"/>
              </a:ext>
            </a:extLst>
          </p:cNvPr>
          <p:cNvSpPr>
            <a:spLocks noGrp="1"/>
          </p:cNvSpPr>
          <p:nvPr>
            <p:ph idx="1"/>
          </p:nvPr>
        </p:nvSpPr>
        <p:spPr>
          <a:xfrm>
            <a:off x="6096000" y="2286000"/>
            <a:ext cx="5334000" cy="3810001"/>
          </a:xfrm>
        </p:spPr>
        <p:txBody>
          <a:bodyPr/>
          <a:lstStyle/>
          <a:p>
            <a:r>
              <a:rPr lang="vi-VN" dirty="0"/>
              <a:t>1- Tổng quan đề tài</a:t>
            </a:r>
            <a:endParaRPr lang="en-US" dirty="0"/>
          </a:p>
          <a:p>
            <a:r>
              <a:rPr lang="vi-VN" dirty="0"/>
              <a:t>2- Cơ sở lý thuyết</a:t>
            </a:r>
            <a:endParaRPr lang="en-US" dirty="0"/>
          </a:p>
          <a:p>
            <a:r>
              <a:rPr lang="vi-VN" dirty="0"/>
              <a:t>3- Phân tích thiết kê phần mềm</a:t>
            </a:r>
            <a:endParaRPr lang="en-US" dirty="0"/>
          </a:p>
          <a:p>
            <a:r>
              <a:rPr lang="vi-VN" dirty="0"/>
              <a:t>4- Triển khai ứng dụng</a:t>
            </a:r>
          </a:p>
          <a:p>
            <a:r>
              <a:rPr lang="vi-VN" dirty="0"/>
              <a:t>5- Kết luận</a:t>
            </a:r>
          </a:p>
        </p:txBody>
      </p:sp>
      <p:sp>
        <p:nvSpPr>
          <p:cNvPr id="4" name="Slide Number Placeholder 3">
            <a:extLst>
              <a:ext uri="{FF2B5EF4-FFF2-40B4-BE49-F238E27FC236}">
                <a16:creationId xmlns:a16="http://schemas.microsoft.com/office/drawing/2014/main" id="{73745D60-F862-41F6-9EF8-EA972E722C87}"/>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2</a:t>
            </a:fld>
            <a:endParaRPr lang="en-US" dirty="0"/>
          </a:p>
        </p:txBody>
      </p:sp>
      <p:sp>
        <p:nvSpPr>
          <p:cNvPr id="11" name="Freeform: Shape 10">
            <a:extLst>
              <a:ext uri="{FF2B5EF4-FFF2-40B4-BE49-F238E27FC236}">
                <a16:creationId xmlns:a16="http://schemas.microsoft.com/office/drawing/2014/main" id="{886CC949-024C-450A-92AD-EF1695756AA7}"/>
              </a:ext>
              <a:ext uri="{C183D7F6-B498-43B3-948B-1728B52AA6E4}">
                <adec:decorative xmlns:adec="http://schemas.microsoft.com/office/drawing/2017/decorative" val="1"/>
              </a:ext>
            </a:extLst>
          </p:cNvPr>
          <p:cNvSpPr/>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1306658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544876-723D-4D03-A88B-95451971C24C}"/>
              </a:ext>
            </a:extLst>
          </p:cNvPr>
          <p:cNvSpPr>
            <a:spLocks noGrp="1"/>
          </p:cNvSpPr>
          <p:nvPr>
            <p:ph type="ctrTitle"/>
          </p:nvPr>
        </p:nvSpPr>
        <p:spPr>
          <a:xfrm>
            <a:off x="4626392" y="2147349"/>
            <a:ext cx="5018690" cy="2286000"/>
          </a:xfrm>
        </p:spPr>
        <p:txBody>
          <a:bodyPr/>
          <a:lstStyle/>
          <a:p>
            <a:r>
              <a:rPr lang="vi-VN" dirty="0"/>
              <a:t>1- Tổng quan đề tài</a:t>
            </a:r>
            <a:endParaRPr lang="en-US" dirty="0"/>
          </a:p>
        </p:txBody>
      </p:sp>
      <p:sp>
        <p:nvSpPr>
          <p:cNvPr id="25" name="Subtitle 24">
            <a:extLst>
              <a:ext uri="{FF2B5EF4-FFF2-40B4-BE49-F238E27FC236}">
                <a16:creationId xmlns:a16="http://schemas.microsoft.com/office/drawing/2014/main" id="{6DE5B68D-3F40-49E3-AD18-FD71AF082A83}"/>
              </a:ext>
            </a:extLst>
          </p:cNvPr>
          <p:cNvSpPr>
            <a:spLocks noGrp="1"/>
          </p:cNvSpPr>
          <p:nvPr>
            <p:ph type="subTitle" idx="1"/>
          </p:nvPr>
        </p:nvSpPr>
        <p:spPr>
          <a:xfrm>
            <a:off x="5334000" y="4571999"/>
            <a:ext cx="4594502" cy="1524000"/>
          </a:xfrm>
        </p:spPr>
        <p:txBody>
          <a:bodyPr/>
          <a:lstStyle/>
          <a:p>
            <a:r>
              <a:rPr lang="en-US" dirty="0"/>
              <a:t>Subtitle</a:t>
            </a:r>
          </a:p>
        </p:txBody>
      </p:sp>
      <p:pic>
        <p:nvPicPr>
          <p:cNvPr id="18" name="Picture Placeholder 17" descr="Coffee on a wooden table with water ">
            <a:extLst>
              <a:ext uri="{FF2B5EF4-FFF2-40B4-BE49-F238E27FC236}">
                <a16:creationId xmlns:a16="http://schemas.microsoft.com/office/drawing/2014/main" id="{C9C7ADB3-E944-4AEF-8DD1-73B56BC37018}"/>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2"/>
            <a:ext cx="2915897" cy="3150803"/>
          </a:xfrm>
        </p:spPr>
      </p:pic>
      <p:pic>
        <p:nvPicPr>
          <p:cNvPr id="20" name="Picture Placeholder 19" descr="A plate of food and a cup of coffee on a table">
            <a:extLst>
              <a:ext uri="{FF2B5EF4-FFF2-40B4-BE49-F238E27FC236}">
                <a16:creationId xmlns:a16="http://schemas.microsoft.com/office/drawing/2014/main" id="{5F2F1E05-E671-4833-BADB-C56DF973DF34}"/>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3824588" y="0"/>
            <a:ext cx="5820494" cy="2008700"/>
          </a:xfrm>
        </p:spPr>
      </p:pic>
      <p:pic>
        <p:nvPicPr>
          <p:cNvPr id="31" name="Picture Placeholder 30" descr="A couple of cups of coffee on a table in blue cups&#10;">
            <a:extLst>
              <a:ext uri="{FF2B5EF4-FFF2-40B4-BE49-F238E27FC236}">
                <a16:creationId xmlns:a16="http://schemas.microsoft.com/office/drawing/2014/main" id="{53F9FDB5-72E7-4D0B-A38F-09E41BCE4C9F}"/>
              </a:ext>
            </a:extLst>
          </p:cNvPr>
          <p:cNvPicPr>
            <a:picLocks noGrp="1" noChangeAspect="1"/>
          </p:cNvPicPr>
          <p:nvPr>
            <p:ph type="pic" sz="quarter" idx="16"/>
          </p:nvPr>
        </p:nvPicPr>
        <p:blipFill rotWithShape="1">
          <a:blip r:embed="rId4" cstate="screen">
            <a:extLst>
              <a:ext uri="{28A0092B-C50C-407E-A947-70E740481C1C}">
                <a14:useLocalDpi xmlns:a14="http://schemas.microsoft.com/office/drawing/2010/main" val="0"/>
              </a:ext>
            </a:extLst>
          </a:blip>
          <a:srcRect/>
          <a:stretch/>
        </p:blipFill>
        <p:spPr>
          <a:xfrm>
            <a:off x="1" y="3134141"/>
            <a:ext cx="4548543" cy="3723859"/>
          </a:xfrm>
        </p:spPr>
      </p:pic>
      <p:pic>
        <p:nvPicPr>
          <p:cNvPr id="33" name="Picture Placeholder 32" descr="Coffee Beans">
            <a:extLst>
              <a:ext uri="{FF2B5EF4-FFF2-40B4-BE49-F238E27FC236}">
                <a16:creationId xmlns:a16="http://schemas.microsoft.com/office/drawing/2014/main" id="{EFE4CD54-D756-430F-89FF-C9852B3EEA1D}"/>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9889048" y="314073"/>
            <a:ext cx="2302952" cy="5820494"/>
          </a:xfrm>
        </p:spPr>
      </p:pic>
      <p:sp>
        <p:nvSpPr>
          <p:cNvPr id="35" name="Freeform: Shape 34">
            <a:extLst>
              <a:ext uri="{FF2B5EF4-FFF2-40B4-BE49-F238E27FC236}">
                <a16:creationId xmlns:a16="http://schemas.microsoft.com/office/drawing/2014/main" id="{65382DAA-15DD-4A11-ABC7-27950E2B8905}"/>
              </a:ext>
              <a:ext uri="{C183D7F6-B498-43B3-948B-1728B52AA6E4}">
                <adec:decorative xmlns:adec="http://schemas.microsoft.com/office/drawing/2017/decorative" val="1"/>
              </a:ext>
            </a:extLst>
          </p:cNvPr>
          <p:cNvSpPr/>
          <p:nvPr/>
        </p:nvSpPr>
        <p:spPr>
          <a:xfrm flipH="1" flipV="1">
            <a:off x="0" y="3234590"/>
            <a:ext cx="4819650" cy="3623786"/>
          </a:xfrm>
          <a:custGeom>
            <a:avLst/>
            <a:gdLst>
              <a:gd name="connsiteX0" fmla="*/ 520805 w 4496214"/>
              <a:gd name="connsiteY0" fmla="*/ 0 h 4712444"/>
              <a:gd name="connsiteX1" fmla="*/ 4496214 w 4496214"/>
              <a:gd name="connsiteY1" fmla="*/ 0 h 4712444"/>
              <a:gd name="connsiteX2" fmla="*/ 4496214 w 4496214"/>
              <a:gd name="connsiteY2" fmla="*/ 2870874 h 4712444"/>
              <a:gd name="connsiteX3" fmla="*/ 4327504 w 4496214"/>
              <a:gd name="connsiteY3" fmla="*/ 2986301 h 4712444"/>
              <a:gd name="connsiteX4" fmla="*/ 4128523 w 4496214"/>
              <a:gd name="connsiteY4" fmla="*/ 3121316 h 4712444"/>
              <a:gd name="connsiteX5" fmla="*/ 1946719 w 4496214"/>
              <a:gd name="connsiteY5" fmla="*/ 4514203 h 4712444"/>
              <a:gd name="connsiteX6" fmla="*/ 393090 w 4496214"/>
              <a:gd name="connsiteY6" fmla="*/ 4234003 h 4712444"/>
              <a:gd name="connsiteX7" fmla="*/ 62 w 4496214"/>
              <a:gd name="connsiteY7" fmla="*/ 2727368 h 4712444"/>
              <a:gd name="connsiteX8" fmla="*/ 513680 w 4496214"/>
              <a:gd name="connsiteY8" fmla="*/ 17175 h 4712444"/>
              <a:gd name="connsiteX0" fmla="*/ 4496214 w 4496214"/>
              <a:gd name="connsiteY0" fmla="*/ 0 h 4712444"/>
              <a:gd name="connsiteX1" fmla="*/ 4496214 w 4496214"/>
              <a:gd name="connsiteY1" fmla="*/ 2870874 h 4712444"/>
              <a:gd name="connsiteX2" fmla="*/ 4327504 w 4496214"/>
              <a:gd name="connsiteY2" fmla="*/ 2986301 h 4712444"/>
              <a:gd name="connsiteX3" fmla="*/ 4128523 w 4496214"/>
              <a:gd name="connsiteY3" fmla="*/ 3121316 h 4712444"/>
              <a:gd name="connsiteX4" fmla="*/ 1946719 w 4496214"/>
              <a:gd name="connsiteY4" fmla="*/ 4514203 h 4712444"/>
              <a:gd name="connsiteX5" fmla="*/ 393090 w 4496214"/>
              <a:gd name="connsiteY5" fmla="*/ 4234003 h 4712444"/>
              <a:gd name="connsiteX6" fmla="*/ 62 w 4496214"/>
              <a:gd name="connsiteY6" fmla="*/ 2727368 h 4712444"/>
              <a:gd name="connsiteX7" fmla="*/ 513680 w 4496214"/>
              <a:gd name="connsiteY7" fmla="*/ 17175 h 4712444"/>
              <a:gd name="connsiteX8" fmla="*/ 610729 w 4496214"/>
              <a:gd name="connsiteY8" fmla="*/ 94249 h 4712444"/>
              <a:gd name="connsiteX0" fmla="*/ 4496214 w 4496214"/>
              <a:gd name="connsiteY0" fmla="*/ 2853983 h 4695553"/>
              <a:gd name="connsiteX1" fmla="*/ 4327504 w 4496214"/>
              <a:gd name="connsiteY1" fmla="*/ 2969410 h 4695553"/>
              <a:gd name="connsiteX2" fmla="*/ 4128523 w 4496214"/>
              <a:gd name="connsiteY2" fmla="*/ 3104425 h 4695553"/>
              <a:gd name="connsiteX3" fmla="*/ 1946719 w 4496214"/>
              <a:gd name="connsiteY3" fmla="*/ 4497312 h 4695553"/>
              <a:gd name="connsiteX4" fmla="*/ 393090 w 4496214"/>
              <a:gd name="connsiteY4" fmla="*/ 4217112 h 4695553"/>
              <a:gd name="connsiteX5" fmla="*/ 62 w 4496214"/>
              <a:gd name="connsiteY5" fmla="*/ 2710477 h 4695553"/>
              <a:gd name="connsiteX6" fmla="*/ 513680 w 4496214"/>
              <a:gd name="connsiteY6" fmla="*/ 284 h 4695553"/>
              <a:gd name="connsiteX7" fmla="*/ 610729 w 4496214"/>
              <a:gd name="connsiteY7" fmla="*/ 77358 h 4695553"/>
              <a:gd name="connsiteX0" fmla="*/ 4496214 w 4496214"/>
              <a:gd name="connsiteY0" fmla="*/ 2853699 h 4695269"/>
              <a:gd name="connsiteX1" fmla="*/ 4327504 w 4496214"/>
              <a:gd name="connsiteY1" fmla="*/ 2969126 h 4695269"/>
              <a:gd name="connsiteX2" fmla="*/ 4128523 w 4496214"/>
              <a:gd name="connsiteY2" fmla="*/ 3104141 h 4695269"/>
              <a:gd name="connsiteX3" fmla="*/ 1946719 w 4496214"/>
              <a:gd name="connsiteY3" fmla="*/ 4497028 h 4695269"/>
              <a:gd name="connsiteX4" fmla="*/ 393090 w 4496214"/>
              <a:gd name="connsiteY4" fmla="*/ 4216828 h 4695269"/>
              <a:gd name="connsiteX5" fmla="*/ 62 w 4496214"/>
              <a:gd name="connsiteY5" fmla="*/ 2710193 h 4695269"/>
              <a:gd name="connsiteX6" fmla="*/ 513680 w 4496214"/>
              <a:gd name="connsiteY6" fmla="*/ 0 h 4695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6214" h="4695269">
                <a:moveTo>
                  <a:pt x="4496214" y="2853699"/>
                </a:moveTo>
                <a:lnTo>
                  <a:pt x="4327504" y="2969126"/>
                </a:lnTo>
                <a:lnTo>
                  <a:pt x="4128523" y="3104141"/>
                </a:lnTo>
                <a:cubicBezTo>
                  <a:pt x="3416510" y="3596007"/>
                  <a:pt x="2702940" y="4086860"/>
                  <a:pt x="1946719" y="4497028"/>
                </a:cubicBezTo>
                <a:cubicBezTo>
                  <a:pt x="1506382" y="4736123"/>
                  <a:pt x="872113" y="4874226"/>
                  <a:pt x="393090" y="4216828"/>
                </a:cubicBezTo>
                <a:cubicBezTo>
                  <a:pt x="73281" y="3777627"/>
                  <a:pt x="-2478" y="3192354"/>
                  <a:pt x="62" y="2710193"/>
                </a:cubicBezTo>
                <a:cubicBezTo>
                  <a:pt x="5227" y="1733619"/>
                  <a:pt x="200135" y="801687"/>
                  <a:pt x="513680"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
        <p:nvSpPr>
          <p:cNvPr id="37" name="Freeform: Shape 36">
            <a:extLst>
              <a:ext uri="{FF2B5EF4-FFF2-40B4-BE49-F238E27FC236}">
                <a16:creationId xmlns:a16="http://schemas.microsoft.com/office/drawing/2014/main" id="{690DDA71-E11D-4244-961C-4343C23F5B90}"/>
              </a:ext>
              <a:ext uri="{C183D7F6-B498-43B3-948B-1728B52AA6E4}">
                <adec:decorative xmlns:adec="http://schemas.microsoft.com/office/drawing/2017/decorative" val="1"/>
              </a:ext>
            </a:extLst>
          </p:cNvPr>
          <p:cNvSpPr/>
          <p:nvPr/>
        </p:nvSpPr>
        <p:spPr>
          <a:xfrm rot="10800000" flipH="1" flipV="1">
            <a:off x="-2411" y="0"/>
            <a:ext cx="2981385" cy="3186211"/>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1255728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9A76E37-1467-4F0D-927C-AEC0E2846867}"/>
              </a:ext>
            </a:extLst>
          </p:cNvPr>
          <p:cNvSpPr>
            <a:spLocks noGrp="1"/>
          </p:cNvSpPr>
          <p:nvPr>
            <p:ph type="title"/>
          </p:nvPr>
        </p:nvSpPr>
        <p:spPr>
          <a:xfrm>
            <a:off x="2286000" y="1532083"/>
            <a:ext cx="4572000" cy="1524000"/>
          </a:xfrm>
        </p:spPr>
        <p:txBody>
          <a:bodyPr/>
          <a:lstStyle/>
          <a:p>
            <a:r>
              <a:rPr lang="en-US" dirty="0"/>
              <a:t>Introduction</a:t>
            </a:r>
          </a:p>
        </p:txBody>
      </p:sp>
      <p:pic>
        <p:nvPicPr>
          <p:cNvPr id="11" name="Picture Placeholder 10" descr="A picture containing food, different, several, variety">
            <a:extLst>
              <a:ext uri="{FF2B5EF4-FFF2-40B4-BE49-F238E27FC236}">
                <a16:creationId xmlns:a16="http://schemas.microsoft.com/office/drawing/2014/main" id="{AF040032-2C50-4A91-A8A9-750A9E1CA99A}"/>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1" y="348939"/>
            <a:ext cx="1588691" cy="5824901"/>
          </a:xfrm>
        </p:spPr>
      </p:pic>
      <p:sp>
        <p:nvSpPr>
          <p:cNvPr id="6" name="Content Placeholder 5">
            <a:extLst>
              <a:ext uri="{FF2B5EF4-FFF2-40B4-BE49-F238E27FC236}">
                <a16:creationId xmlns:a16="http://schemas.microsoft.com/office/drawing/2014/main" id="{E43DD79B-0698-4E19-B7CA-FAB8A8A282C9}"/>
              </a:ext>
            </a:extLst>
          </p:cNvPr>
          <p:cNvSpPr>
            <a:spLocks noGrp="1"/>
          </p:cNvSpPr>
          <p:nvPr>
            <p:ph idx="1"/>
          </p:nvPr>
        </p:nvSpPr>
        <p:spPr>
          <a:xfrm>
            <a:off x="1588692" y="2306095"/>
            <a:ext cx="6467802" cy="3300267"/>
          </a:xfrm>
        </p:spPr>
        <p:txBody>
          <a:bodyPr>
            <a:noAutofit/>
          </a:bodyPr>
          <a:lstStyle/>
          <a:p>
            <a:pPr lvl="0"/>
            <a:r>
              <a:rPr lang="en-US" sz="1800" dirty="0">
                <a:latin typeface="Times New Roman" panose="02020603050405020304" pitchFamily="18" charset="0"/>
                <a:cs typeface="Times New Roman" panose="02020603050405020304" pitchFamily="18" charset="0"/>
              </a:rPr>
              <a:t>Trong </a:t>
            </a:r>
            <a:r>
              <a:rPr lang="en-US" sz="1800" dirty="0" err="1">
                <a:latin typeface="Times New Roman" panose="02020603050405020304" pitchFamily="18" charset="0"/>
                <a:cs typeface="Times New Roman" panose="02020603050405020304" pitchFamily="18" charset="0"/>
              </a:rPr>
              <a:t>bối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cảnh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phê</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ngày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càng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triển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mạnh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mẽ</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cầu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quản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lý</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quả</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kinh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doanh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trở</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nên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cấp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thiết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Việc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quản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lý</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thủ</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công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thường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gây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nhiều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khó</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khăn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như</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kiểm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soát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hàng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chậm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trễ</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khó</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theo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dõi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doanh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quản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lý</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nhân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viên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nguyên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liệu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chưa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tối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ưu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Chính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vì</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vậy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đề</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tài</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a:t>
            </a:r>
            <a:r>
              <a:rPr lang="en-US" sz="1800" i="1" dirty="0" err="1">
                <a:latin typeface="Times New Roman" panose="02020603050405020304" pitchFamily="18" charset="0"/>
                <a:cs typeface="Times New Roman" panose="02020603050405020304" pitchFamily="18" charset="0"/>
              </a:rPr>
              <a:t>Phát</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triển</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ứng</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dụng</a:t>
            </a:r>
            <a:r>
              <a:rPr lang="en-US" sz="1800" i="1" dirty="0">
                <a:latin typeface="Times New Roman" panose="02020603050405020304" pitchFamily="18" charset="0"/>
                <a:cs typeface="Times New Roman" panose="02020603050405020304" pitchFamily="18" charset="0"/>
              </a:rPr>
              <a:t> mobile </a:t>
            </a:r>
            <a:r>
              <a:rPr lang="en-US" sz="1800" i="1" dirty="0" err="1">
                <a:latin typeface="Times New Roman" panose="02020603050405020304" pitchFamily="18" charset="0"/>
                <a:cs typeface="Times New Roman" panose="02020603050405020304" pitchFamily="18" charset="0"/>
              </a:rPr>
              <a:t>quản</a:t>
            </a:r>
            <a:r>
              <a:rPr lang="en-US" sz="1800" i="1" dirty="0">
                <a:latin typeface="Times New Roman" panose="02020603050405020304" pitchFamily="18" charset="0"/>
                <a:cs typeface="Times New Roman" panose="02020603050405020304" pitchFamily="18" charset="0"/>
              </a:rPr>
              <a:t> </a:t>
            </a:r>
            <a:r>
              <a:rPr lang="en-US" sz="1800" i="1" dirty="0" err="1">
                <a:latin typeface="Times New Roman" panose="02020603050405020304" pitchFamily="18" charset="0"/>
                <a:cs typeface="Times New Roman" panose="02020603050405020304" pitchFamily="18" charset="0"/>
              </a:rPr>
              <a:t>lý</a:t>
            </a:r>
            <a:r>
              <a:rPr lang="en-US" sz="1800" i="1" dirty="0">
                <a:latin typeface="Times New Roman" panose="02020603050405020304" pitchFamily="18" charset="0"/>
                <a:cs typeface="Times New Roman" panose="02020603050405020304" pitchFamily="18" charset="0"/>
              </a:rPr>
              <a:t> coffee”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được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lựa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chọn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nhằm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xây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dựng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một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giải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pháp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toàn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diện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hỗ</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trợ</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chủ</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nhân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viên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trong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việc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quản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lý</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hàng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nguyên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liệu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doanh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cũng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như</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nâng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cao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trải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nghiệm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khách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hàng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thông</a:t>
            </a:r>
            <a:r>
              <a:rPr lang="en-US" sz="1800" dirty="0">
                <a:latin typeface="Times New Roman" panose="02020603050405020304" pitchFamily="18" charset="0"/>
                <a:cs typeface="Times New Roman" panose="02020603050405020304" pitchFamily="18" charset="0"/>
              </a:rPr>
              <a:t> qua </a:t>
            </a:r>
            <a:r>
              <a:rPr lang="en-US" sz="1800" dirty="0" err="1">
                <a:latin typeface="Times New Roman" panose="02020603050405020304" pitchFamily="18" charset="0"/>
                <a:cs typeface="Times New Roman" panose="02020603050405020304" pitchFamily="18" charset="0"/>
              </a:rPr>
              <a:t>đặt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món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trực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tuyến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thanh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toán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nhanh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chóng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tích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hợp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chương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trình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khách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hàng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thân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thiết</a:t>
            </a:r>
            <a:r>
              <a:rPr lang="en-US" sz="1800" dirty="0">
                <a:latin typeface="Times New Roman" panose="02020603050405020304" pitchFamily="18" charset="0"/>
                <a:cs typeface="Times New Roman" panose="02020603050405020304" pitchFamily="18" charset="0"/>
              </a:rPr>
              <a:t>. Qua </a:t>
            </a:r>
            <a:r>
              <a:rPr lang="en-US" sz="1800" dirty="0" err="1">
                <a:latin typeface="Times New Roman" panose="02020603050405020304" pitchFamily="18" charset="0"/>
                <a:cs typeface="Times New Roman" panose="02020603050405020304" pitchFamily="18" charset="0"/>
              </a:rPr>
              <a:t>đó</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ứng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dụng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không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chỉ</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giúp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tối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ưu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vận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hành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còn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góp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phần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nâng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cao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quả</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kinh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doanh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chất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lượng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dịch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vụ</a:t>
            </a:r>
            <a:r>
              <a:rPr lang="en-US" sz="1800" dirty="0">
                <a:latin typeface="Times New Roman" panose="02020603050405020304" pitchFamily="18" charset="0"/>
                <a:cs typeface="Times New Roman" panose="02020603050405020304" pitchFamily="18" charset="0"/>
              </a:rPr>
              <a:t>.</a:t>
            </a:r>
          </a:p>
          <a:p>
            <a:endParaRPr lang="en-US" sz="1800" dirty="0"/>
          </a:p>
        </p:txBody>
      </p:sp>
      <p:pic>
        <p:nvPicPr>
          <p:cNvPr id="13" name="Picture Placeholder 12" descr="Coffee on a wooden table with water ">
            <a:extLst>
              <a:ext uri="{FF2B5EF4-FFF2-40B4-BE49-F238E27FC236}">
                <a16:creationId xmlns:a16="http://schemas.microsoft.com/office/drawing/2014/main" id="{730189FF-93BC-4663-B776-E572DC6C0E4E}"/>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6107466" y="0"/>
            <a:ext cx="5820495" cy="2302951"/>
          </a:xfrm>
        </p:spPr>
      </p:pic>
      <p:sp>
        <p:nvSpPr>
          <p:cNvPr id="2" name="Date Placeholder 1">
            <a:extLst>
              <a:ext uri="{FF2B5EF4-FFF2-40B4-BE49-F238E27FC236}">
                <a16:creationId xmlns:a16="http://schemas.microsoft.com/office/drawing/2014/main" id="{827D9780-42D9-4BF5-961F-92F29C30A1E2}"/>
              </a:ext>
            </a:extLst>
          </p:cNvPr>
          <p:cNvSpPr>
            <a:spLocks noGrp="1"/>
          </p:cNvSpPr>
          <p:nvPr>
            <p:ph type="dt" sz="half" idx="10"/>
          </p:nvPr>
        </p:nvSpPr>
        <p:spPr>
          <a:xfrm>
            <a:off x="9389165" y="194320"/>
            <a:ext cx="2040835" cy="365125"/>
          </a:xfrm>
        </p:spPr>
        <p:txBody>
          <a:bodyPr/>
          <a:lstStyle/>
          <a:p>
            <a:r>
              <a:rPr lang="en-US"/>
              <a:t>2/1/20XX</a:t>
            </a:r>
            <a:endParaRPr lang="en-US" dirty="0"/>
          </a:p>
        </p:txBody>
      </p:sp>
      <p:pic>
        <p:nvPicPr>
          <p:cNvPr id="15" name="Picture Placeholder 14" descr="A plate of food and a cup of coffee on a table">
            <a:extLst>
              <a:ext uri="{FF2B5EF4-FFF2-40B4-BE49-F238E27FC236}">
                <a16:creationId xmlns:a16="http://schemas.microsoft.com/office/drawing/2014/main" id="{DDD35196-C0A0-4FF6-885D-696DD859D7AA}"/>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7961955" y="3048002"/>
            <a:ext cx="4230047" cy="3809998"/>
          </a:xfrm>
        </p:spPr>
      </p:pic>
      <p:sp>
        <p:nvSpPr>
          <p:cNvPr id="4" name="Slide Number Placeholder 3">
            <a:extLst>
              <a:ext uri="{FF2B5EF4-FFF2-40B4-BE49-F238E27FC236}">
                <a16:creationId xmlns:a16="http://schemas.microsoft.com/office/drawing/2014/main" id="{2954CFD6-7409-4287-B008-E6E9200ED0D6}"/>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4</a:t>
            </a:fld>
            <a:endParaRPr lang="en-US" dirty="0"/>
          </a:p>
        </p:txBody>
      </p:sp>
      <p:sp>
        <p:nvSpPr>
          <p:cNvPr id="19" name="Freeform: Shape 18">
            <a:extLst>
              <a:ext uri="{FF2B5EF4-FFF2-40B4-BE49-F238E27FC236}">
                <a16:creationId xmlns:a16="http://schemas.microsoft.com/office/drawing/2014/main" id="{4A837396-9198-4DFD-BAAD-EF9260C9600B}"/>
              </a:ext>
              <a:ext uri="{C183D7F6-B498-43B3-948B-1728B52AA6E4}">
                <adec:decorative xmlns:adec="http://schemas.microsoft.com/office/drawing/2017/decorative" val="1"/>
              </a:ext>
            </a:extLst>
          </p:cNvPr>
          <p:cNvSpPr/>
          <p:nvPr/>
        </p:nvSpPr>
        <p:spPr>
          <a:xfrm rot="14885154" flipH="1">
            <a:off x="7164734" y="-2511844"/>
            <a:ext cx="3825181" cy="624345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4209107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8FBCCCF6-B802-4A73-BF18-2EFAC52C0341}"/>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21" name="Footer Placeholder 20">
            <a:extLst>
              <a:ext uri="{FF2B5EF4-FFF2-40B4-BE49-F238E27FC236}">
                <a16:creationId xmlns:a16="http://schemas.microsoft.com/office/drawing/2014/main" id="{5C4FB2C7-8DF7-4BE7-943E-FA422399DA3A}"/>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22" name="Slide Number Placeholder 21">
            <a:extLst>
              <a:ext uri="{FF2B5EF4-FFF2-40B4-BE49-F238E27FC236}">
                <a16:creationId xmlns:a16="http://schemas.microsoft.com/office/drawing/2014/main" id="{71E0E5CE-236B-487E-AC72-58779AC36A32}"/>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5</a:t>
            </a:fld>
            <a:endParaRPr lang="en-US" dirty="0"/>
          </a:p>
        </p:txBody>
      </p:sp>
      <p:sp>
        <p:nvSpPr>
          <p:cNvPr id="5" name="Title 4">
            <a:extLst>
              <a:ext uri="{FF2B5EF4-FFF2-40B4-BE49-F238E27FC236}">
                <a16:creationId xmlns:a16="http://schemas.microsoft.com/office/drawing/2014/main" id="{54069046-85FB-FFAD-11BD-8BFCC57BE730}"/>
              </a:ext>
            </a:extLst>
          </p:cNvPr>
          <p:cNvSpPr>
            <a:spLocks noGrp="1"/>
          </p:cNvSpPr>
          <p:nvPr>
            <p:ph type="title"/>
          </p:nvPr>
        </p:nvSpPr>
        <p:spPr>
          <a:xfrm>
            <a:off x="436176" y="2450823"/>
            <a:ext cx="5355022" cy="1524000"/>
          </a:xfrm>
        </p:spPr>
        <p:txBody>
          <a:bodyPr/>
          <a:lstStyle/>
          <a:p>
            <a:r>
              <a:rPr lang="en-US" b="1" dirty="0" err="1"/>
              <a:t>Mục</a:t>
            </a:r>
            <a:r>
              <a:rPr lang="en-US" b="1" dirty="0"/>
              <a:t> </a:t>
            </a:r>
            <a:r>
              <a:rPr lang="en-US" b="1" dirty="0" err="1"/>
              <a:t>tiêu</a:t>
            </a:r>
            <a:r>
              <a:rPr lang="en-US" b="1" dirty="0"/>
              <a:t> </a:t>
            </a:r>
            <a:r>
              <a:rPr lang="en-US" b="1" dirty="0" err="1"/>
              <a:t>tổng</a:t>
            </a:r>
            <a:r>
              <a:rPr lang="en-US" b="1" dirty="0"/>
              <a:t> </a:t>
            </a:r>
            <a:r>
              <a:rPr lang="en-US" b="1" dirty="0" err="1"/>
              <a:t>quát</a:t>
            </a:r>
            <a:endParaRPr lang="en-US" b="1" dirty="0"/>
          </a:p>
        </p:txBody>
      </p:sp>
      <p:sp>
        <p:nvSpPr>
          <p:cNvPr id="9" name="Title 4">
            <a:extLst>
              <a:ext uri="{FF2B5EF4-FFF2-40B4-BE49-F238E27FC236}">
                <a16:creationId xmlns:a16="http://schemas.microsoft.com/office/drawing/2014/main" id="{15A23EC0-BF62-53C7-430E-4924CFD41320}"/>
              </a:ext>
            </a:extLst>
          </p:cNvPr>
          <p:cNvSpPr txBox="1">
            <a:spLocks/>
          </p:cNvSpPr>
          <p:nvPr/>
        </p:nvSpPr>
        <p:spPr>
          <a:xfrm>
            <a:off x="457198" y="15240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Lý do </a:t>
            </a:r>
            <a:r>
              <a:rPr lang="en-US" b="1" dirty="0" err="1"/>
              <a:t>chọn</a:t>
            </a:r>
            <a:r>
              <a:rPr lang="en-US" b="1" dirty="0"/>
              <a:t> </a:t>
            </a:r>
            <a:r>
              <a:rPr lang="en-US" b="1" dirty="0" err="1"/>
              <a:t>đề</a:t>
            </a:r>
            <a:r>
              <a:rPr lang="en-US" b="1" dirty="0"/>
              <a:t> </a:t>
            </a:r>
            <a:r>
              <a:rPr lang="en-US" b="1" dirty="0" err="1"/>
              <a:t>tài</a:t>
            </a:r>
            <a:br>
              <a:rPr lang="en-US" dirty="0"/>
            </a:br>
            <a:endParaRPr lang="en-US" dirty="0"/>
          </a:p>
        </p:txBody>
      </p:sp>
      <p:sp>
        <p:nvSpPr>
          <p:cNvPr id="13" name="Rectangle 3">
            <a:extLst>
              <a:ext uri="{FF2B5EF4-FFF2-40B4-BE49-F238E27FC236}">
                <a16:creationId xmlns:a16="http://schemas.microsoft.com/office/drawing/2014/main" id="{5F0DB33F-1B61-1932-00E7-1D99B055E432}"/>
              </a:ext>
            </a:extLst>
          </p:cNvPr>
          <p:cNvSpPr>
            <a:spLocks noChangeArrowheads="1"/>
          </p:cNvSpPr>
          <p:nvPr/>
        </p:nvSpPr>
        <p:spPr bwMode="auto">
          <a:xfrm rot="10800000" flipV="1">
            <a:off x="761999" y="1142047"/>
            <a:ext cx="635875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Xu </a:t>
            </a:r>
            <a:r>
              <a:rPr kumimoji="0" lang="en-US" altLang="en-US" sz="1800" b="0" i="0" u="none" strike="noStrike" cap="none" normalizeH="0" baseline="0" dirty="0" err="1">
                <a:ln>
                  <a:noFill/>
                </a:ln>
                <a:solidFill>
                  <a:schemeClr val="tx1"/>
                </a:solidFill>
                <a:effectLst/>
                <a:latin typeface="Arial" panose="020B0604020202020204" pitchFamily="34" charset="0"/>
              </a:rPr>
              <a:t>hướng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số</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hóa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trong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ngành</a:t>
            </a:r>
            <a:r>
              <a:rPr kumimoji="0" lang="en-US" altLang="en-US" sz="1800" b="0" i="0" u="none" strike="noStrike" cap="none" normalizeH="0" baseline="0" dirty="0">
                <a:ln>
                  <a:noFill/>
                </a:ln>
                <a:solidFill>
                  <a:schemeClr val="tx1"/>
                </a:solidFill>
                <a:effectLst/>
                <a:latin typeface="Arial" panose="020B0604020202020204" pitchFamily="34" charset="0"/>
              </a:rPr>
              <a:t> F&amp;B.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Quản </a:t>
            </a:r>
            <a:r>
              <a:rPr kumimoji="0" lang="en-US" altLang="en-US" sz="1800" b="0" i="0" u="none" strike="noStrike" cap="none" normalizeH="0" baseline="0" dirty="0" err="1">
                <a:ln>
                  <a:noFill/>
                </a:ln>
                <a:solidFill>
                  <a:schemeClr val="tx1"/>
                </a:solidFill>
                <a:effectLst/>
                <a:latin typeface="Arial" panose="020B0604020202020204" pitchFamily="34" charset="0"/>
              </a:rPr>
              <a:t>lý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phê</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thủ</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gặp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nhiều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khó</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khăn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Nhu </a:t>
            </a:r>
            <a:r>
              <a:rPr kumimoji="0" lang="en-US" altLang="en-US" sz="1800" b="0" i="0" u="none" strike="noStrike" cap="none" normalizeH="0" baseline="0" dirty="0" err="1">
                <a:ln>
                  <a:noFill/>
                </a:ln>
                <a:solidFill>
                  <a:schemeClr val="tx1"/>
                </a:solidFill>
                <a:effectLst/>
                <a:latin typeface="Arial" panose="020B0604020202020204" pitchFamily="34" charset="0"/>
              </a:rPr>
              <a:t>cầu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ứng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dụng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nghệ</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tối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ưu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vận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hành</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Tăng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trải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nghiệm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hiệu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kinh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doanh</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4" name="Rectangle 4">
            <a:extLst>
              <a:ext uri="{FF2B5EF4-FFF2-40B4-BE49-F238E27FC236}">
                <a16:creationId xmlns:a16="http://schemas.microsoft.com/office/drawing/2014/main" id="{8A5AF1AB-A258-2C2D-7B56-291B5DAE8C44}"/>
              </a:ext>
            </a:extLst>
          </p:cNvPr>
          <p:cNvSpPr>
            <a:spLocks noChangeArrowheads="1"/>
          </p:cNvSpPr>
          <p:nvPr/>
        </p:nvSpPr>
        <p:spPr bwMode="auto">
          <a:xfrm rot="10800000" flipV="1">
            <a:off x="761999" y="3965257"/>
            <a:ext cx="501343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Tối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ưu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hóa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trình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phê</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Nâng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cao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trải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nghiệm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Tích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hợp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nghệ</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đại</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Hỗ</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tích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ra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quyết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định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kinh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doanh</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883819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D121D-1D91-4F9C-6FAF-11954BA86F40}"/>
            </a:ext>
          </a:extLst>
        </p:cNvPr>
        <p:cNvGrpSpPr/>
        <p:nvPr/>
      </p:nvGrpSpPr>
      <p:grpSpPr>
        <a:xfrm>
          <a:off x="0" y="0"/>
          <a:ext cx="0" cy="0"/>
          <a:chOff x="0" y="0"/>
          <a:chExt cx="0" cy="0"/>
        </a:xfrm>
      </p:grpSpPr>
      <p:sp>
        <p:nvSpPr>
          <p:cNvPr id="20" name="Date Placeholder 19">
            <a:extLst>
              <a:ext uri="{FF2B5EF4-FFF2-40B4-BE49-F238E27FC236}">
                <a16:creationId xmlns:a16="http://schemas.microsoft.com/office/drawing/2014/main" id="{24C244F7-98C7-D934-B9F5-C50FBFC96441}"/>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21" name="Footer Placeholder 20">
            <a:extLst>
              <a:ext uri="{FF2B5EF4-FFF2-40B4-BE49-F238E27FC236}">
                <a16:creationId xmlns:a16="http://schemas.microsoft.com/office/drawing/2014/main" id="{A742437A-ABDB-9485-2DFB-A72A3C152A4E}"/>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22" name="Slide Number Placeholder 21">
            <a:extLst>
              <a:ext uri="{FF2B5EF4-FFF2-40B4-BE49-F238E27FC236}">
                <a16:creationId xmlns:a16="http://schemas.microsoft.com/office/drawing/2014/main" id="{2FF90B7E-821D-5407-3FD7-D0FC961FE162}"/>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6</a:t>
            </a:fld>
            <a:endParaRPr lang="en-US" dirty="0"/>
          </a:p>
        </p:txBody>
      </p:sp>
      <p:sp>
        <p:nvSpPr>
          <p:cNvPr id="5" name="Title 4">
            <a:extLst>
              <a:ext uri="{FF2B5EF4-FFF2-40B4-BE49-F238E27FC236}">
                <a16:creationId xmlns:a16="http://schemas.microsoft.com/office/drawing/2014/main" id="{EF479CF0-DCB3-88BB-C321-25D272BE4E4C}"/>
              </a:ext>
            </a:extLst>
          </p:cNvPr>
          <p:cNvSpPr>
            <a:spLocks noGrp="1"/>
          </p:cNvSpPr>
          <p:nvPr>
            <p:ph type="title"/>
          </p:nvPr>
        </p:nvSpPr>
        <p:spPr>
          <a:xfrm>
            <a:off x="436176" y="2663775"/>
            <a:ext cx="5355022" cy="1311047"/>
          </a:xfrm>
        </p:spPr>
        <p:txBody>
          <a:bodyPr/>
          <a:lstStyle/>
          <a:p>
            <a:r>
              <a:rPr lang="en-US" dirty="0"/>
              <a:t>Phạm vi </a:t>
            </a:r>
            <a:r>
              <a:rPr lang="en-US" dirty="0" err="1"/>
              <a:t>nghiên</a:t>
            </a:r>
            <a:r>
              <a:rPr lang="en-US" dirty="0"/>
              <a:t> </a:t>
            </a:r>
            <a:r>
              <a:rPr lang="en-US" dirty="0" err="1"/>
              <a:t>cứu</a:t>
            </a:r>
            <a:endParaRPr lang="en-US" b="1" dirty="0"/>
          </a:p>
        </p:txBody>
      </p:sp>
      <p:sp>
        <p:nvSpPr>
          <p:cNvPr id="9" name="Title 4">
            <a:extLst>
              <a:ext uri="{FF2B5EF4-FFF2-40B4-BE49-F238E27FC236}">
                <a16:creationId xmlns:a16="http://schemas.microsoft.com/office/drawing/2014/main" id="{05FFD6C3-9EC2-16EB-9C93-1F0A64465FE5}"/>
              </a:ext>
            </a:extLst>
          </p:cNvPr>
          <p:cNvSpPr txBox="1">
            <a:spLocks/>
          </p:cNvSpPr>
          <p:nvPr/>
        </p:nvSpPr>
        <p:spPr>
          <a:xfrm>
            <a:off x="457198" y="15240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err="1"/>
              <a:t>Mục</a:t>
            </a:r>
            <a:r>
              <a:rPr lang="en-US" b="1" dirty="0"/>
              <a:t> </a:t>
            </a:r>
            <a:r>
              <a:rPr lang="en-US" b="1" dirty="0" err="1"/>
              <a:t>tiêu</a:t>
            </a:r>
            <a:r>
              <a:rPr lang="en-US" b="1" dirty="0"/>
              <a:t> </a:t>
            </a:r>
            <a:r>
              <a:rPr lang="en-US" b="1" dirty="0" err="1"/>
              <a:t>cụ</a:t>
            </a:r>
            <a:r>
              <a:rPr lang="en-US" b="1" dirty="0"/>
              <a:t> </a:t>
            </a:r>
            <a:r>
              <a:rPr lang="en-US" b="1" dirty="0" err="1"/>
              <a:t>thể</a:t>
            </a:r>
            <a:endParaRPr lang="en-US" b="1" dirty="0"/>
          </a:p>
        </p:txBody>
      </p:sp>
      <p:sp>
        <p:nvSpPr>
          <p:cNvPr id="2" name="Rectangle 1">
            <a:extLst>
              <a:ext uri="{FF2B5EF4-FFF2-40B4-BE49-F238E27FC236}">
                <a16:creationId xmlns:a16="http://schemas.microsoft.com/office/drawing/2014/main" id="{0C99A8C6-C1D0-07F5-3B4E-1A4A992C7C7B}"/>
              </a:ext>
            </a:extLst>
          </p:cNvPr>
          <p:cNvSpPr>
            <a:spLocks noChangeArrowheads="1"/>
          </p:cNvSpPr>
          <p:nvPr/>
        </p:nvSpPr>
        <p:spPr bwMode="auto">
          <a:xfrm>
            <a:off x="740977" y="1463447"/>
            <a:ext cx="535502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Đăng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ký</a:t>
            </a: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đăng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nhập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chủ</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viên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Quản </a:t>
            </a:r>
            <a:r>
              <a:rPr kumimoji="0" lang="en-US" altLang="en-US" sz="1800" b="0" i="0" u="none" strike="noStrike" cap="none" normalizeH="0" baseline="0" dirty="0" err="1">
                <a:ln>
                  <a:noFill/>
                </a:ln>
                <a:solidFill>
                  <a:schemeClr val="tx1"/>
                </a:solidFill>
                <a:effectLst/>
                <a:latin typeface="Arial" panose="020B0604020202020204" pitchFamily="34" charset="0"/>
              </a:rPr>
              <a:t>lý</a:t>
            </a:r>
            <a:r>
              <a:rPr kumimoji="0" lang="en-US" altLang="en-US" sz="1800" b="0" i="0" u="none" strike="noStrike" cap="none" normalizeH="0" baseline="0" dirty="0">
                <a:ln>
                  <a:noFill/>
                </a:ln>
                <a:solidFill>
                  <a:schemeClr val="tx1"/>
                </a:solidFill>
                <a:effectLst/>
                <a:latin typeface="Arial" panose="020B0604020202020204" pitchFamily="34" charset="0"/>
              </a:rPr>
              <a:t> menu, </a:t>
            </a:r>
            <a:r>
              <a:rPr kumimoji="0" lang="en-US" altLang="en-US" sz="1800" b="0" i="0" u="none" strike="noStrike" cap="none" normalizeH="0" baseline="0" dirty="0" err="1">
                <a:ln>
                  <a:noFill/>
                </a:ln>
                <a:solidFill>
                  <a:schemeClr val="tx1"/>
                </a:solidFill>
                <a:effectLst/>
                <a:latin typeface="Arial" panose="020B0604020202020204" pitchFamily="34" charset="0"/>
              </a:rPr>
              <a:t>đơn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nguyên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liệu</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Thanh </a:t>
            </a:r>
            <a:r>
              <a:rPr kumimoji="0" lang="en-US" altLang="en-US" sz="1800" b="0" i="0" u="none" strike="noStrike" cap="none" normalizeH="0" baseline="0" dirty="0" err="1">
                <a:ln>
                  <a:noFill/>
                </a:ln>
                <a:solidFill>
                  <a:schemeClr val="tx1"/>
                </a:solidFill>
                <a:effectLst/>
                <a:latin typeface="Arial" panose="020B0604020202020204" pitchFamily="34" charset="0"/>
              </a:rPr>
              <a:t>toán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trực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tuyến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doanh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thu</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Đánh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giá</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từ</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 name="Rectangle 2">
            <a:extLst>
              <a:ext uri="{FF2B5EF4-FFF2-40B4-BE49-F238E27FC236}">
                <a16:creationId xmlns:a16="http://schemas.microsoft.com/office/drawing/2014/main" id="{99070EA9-BAFD-BEE5-BCE7-BCC1B4C7AD1D}"/>
              </a:ext>
            </a:extLst>
          </p:cNvPr>
          <p:cNvSpPr>
            <a:spLocks noChangeArrowheads="1"/>
          </p:cNvSpPr>
          <p:nvPr/>
        </p:nvSpPr>
        <p:spPr bwMode="auto">
          <a:xfrm rot="10800000" flipV="1">
            <a:off x="761999" y="3922321"/>
            <a:ext cx="670559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Không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ứng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dụng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phục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phê</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tại</a:t>
            </a:r>
            <a:r>
              <a:rPr kumimoji="0" lang="en-US" altLang="en-US" sz="1800" b="0" i="0" u="none" strike="noStrike" cap="none" normalizeH="0" baseline="0" dirty="0">
                <a:ln>
                  <a:noFill/>
                </a:ln>
                <a:solidFill>
                  <a:schemeClr val="tx1"/>
                </a:solidFill>
                <a:effectLst/>
                <a:latin typeface="Arial" panose="020B0604020202020204" pitchFamily="34" charset="0"/>
              </a:rPr>
              <a:t> Việt Nam.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Công </a:t>
            </a:r>
            <a:r>
              <a:rPr kumimoji="0" lang="en-US" altLang="en-US" sz="1800" b="0" i="0" u="none" strike="noStrike" cap="none" normalizeH="0" baseline="0" dirty="0" err="1">
                <a:ln>
                  <a:noFill/>
                </a:ln>
                <a:solidFill>
                  <a:schemeClr val="tx1"/>
                </a:solidFill>
                <a:effectLst/>
                <a:latin typeface="Arial" panose="020B0604020202020204" pitchFamily="34" charset="0"/>
              </a:rPr>
              <a:t>nghệ</a:t>
            </a:r>
            <a:r>
              <a:rPr kumimoji="0" lang="en-US" altLang="en-US" sz="1800" b="0" i="0" u="none" strike="noStrike" cap="none" normalizeH="0" baseline="0" dirty="0">
                <a:ln>
                  <a:noFill/>
                </a:ln>
                <a:solidFill>
                  <a:schemeClr val="tx1"/>
                </a:solidFill>
                <a:effectLst/>
                <a:latin typeface="Arial" panose="020B0604020202020204" pitchFamily="34" charset="0"/>
              </a:rPr>
              <a:t>: Android.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Thời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gian</a:t>
            </a:r>
            <a:r>
              <a:rPr kumimoji="0" lang="en-US" altLang="en-US" sz="1800" b="0" i="0" u="none" strike="noStrike" cap="none" normalizeH="0" baseline="0" dirty="0">
                <a:ln>
                  <a:noFill/>
                </a:ln>
                <a:solidFill>
                  <a:schemeClr val="tx1"/>
                </a:solidFill>
                <a:effectLst/>
                <a:latin typeface="Arial" panose="020B0604020202020204" pitchFamily="34" charset="0"/>
              </a:rPr>
              <a:t>: 20/12/2024 – 15/01/2025 (</a:t>
            </a:r>
            <a:r>
              <a:rPr kumimoji="0" lang="en-US" altLang="en-US" sz="1800" b="0" i="0" u="none" strike="noStrike" cap="none" normalizeH="0" baseline="0" dirty="0" err="1">
                <a:ln>
                  <a:noFill/>
                </a:ln>
                <a:solidFill>
                  <a:schemeClr val="tx1"/>
                </a:solidFill>
                <a:effectLst/>
                <a:latin typeface="Arial" panose="020B0604020202020204" pitchFamily="34" charset="0"/>
              </a:rPr>
              <a:t>nghiên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cứu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phát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triển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kiểm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triển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khai</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873045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C6201-77B7-5CCB-73BE-070552009E3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22EB58-A555-5343-6B70-437E5F7E5563}"/>
              </a:ext>
            </a:extLst>
          </p:cNvPr>
          <p:cNvSpPr>
            <a:spLocks noGrp="1"/>
          </p:cNvSpPr>
          <p:nvPr>
            <p:ph type="ctrTitle"/>
          </p:nvPr>
        </p:nvSpPr>
        <p:spPr>
          <a:xfrm>
            <a:off x="5062894" y="2285999"/>
            <a:ext cx="4703379" cy="2286000"/>
          </a:xfrm>
        </p:spPr>
        <p:txBody>
          <a:bodyPr/>
          <a:lstStyle/>
          <a:p>
            <a:r>
              <a:rPr lang="vi-VN" dirty="0"/>
              <a:t>2- Cơ sở lý thuyết</a:t>
            </a:r>
            <a:endParaRPr lang="en-US" dirty="0"/>
          </a:p>
        </p:txBody>
      </p:sp>
      <p:sp>
        <p:nvSpPr>
          <p:cNvPr id="25" name="Subtitle 24">
            <a:extLst>
              <a:ext uri="{FF2B5EF4-FFF2-40B4-BE49-F238E27FC236}">
                <a16:creationId xmlns:a16="http://schemas.microsoft.com/office/drawing/2014/main" id="{C2F099DB-4533-0409-FD03-A394A3D98651}"/>
              </a:ext>
            </a:extLst>
          </p:cNvPr>
          <p:cNvSpPr>
            <a:spLocks noGrp="1"/>
          </p:cNvSpPr>
          <p:nvPr>
            <p:ph type="subTitle" idx="1"/>
          </p:nvPr>
        </p:nvSpPr>
        <p:spPr>
          <a:xfrm>
            <a:off x="5334000" y="4571999"/>
            <a:ext cx="4594502" cy="1524000"/>
          </a:xfrm>
        </p:spPr>
        <p:txBody>
          <a:bodyPr/>
          <a:lstStyle/>
          <a:p>
            <a:r>
              <a:rPr lang="en-US" dirty="0"/>
              <a:t>Subtitle</a:t>
            </a:r>
          </a:p>
        </p:txBody>
      </p:sp>
      <p:pic>
        <p:nvPicPr>
          <p:cNvPr id="18" name="Picture Placeholder 17" descr="Coffee on a wooden table with water ">
            <a:extLst>
              <a:ext uri="{FF2B5EF4-FFF2-40B4-BE49-F238E27FC236}">
                <a16:creationId xmlns:a16="http://schemas.microsoft.com/office/drawing/2014/main" id="{2F617B9B-D152-056A-82B9-D4856CD60F3C}"/>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2"/>
            <a:ext cx="2915897" cy="3150803"/>
          </a:xfrm>
        </p:spPr>
      </p:pic>
      <p:pic>
        <p:nvPicPr>
          <p:cNvPr id="20" name="Picture Placeholder 19" descr="A plate of food and a cup of coffee on a table">
            <a:extLst>
              <a:ext uri="{FF2B5EF4-FFF2-40B4-BE49-F238E27FC236}">
                <a16:creationId xmlns:a16="http://schemas.microsoft.com/office/drawing/2014/main" id="{382874DE-896F-274F-3A78-DFF15352D7A9}"/>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3824588" y="0"/>
            <a:ext cx="5820494" cy="2008700"/>
          </a:xfrm>
        </p:spPr>
      </p:pic>
      <p:pic>
        <p:nvPicPr>
          <p:cNvPr id="31" name="Picture Placeholder 30" descr="A couple of cups of coffee on a table in blue cups&#10;">
            <a:extLst>
              <a:ext uri="{FF2B5EF4-FFF2-40B4-BE49-F238E27FC236}">
                <a16:creationId xmlns:a16="http://schemas.microsoft.com/office/drawing/2014/main" id="{127A1F7D-6A2F-8E81-88F4-50FC065CA87D}"/>
              </a:ext>
            </a:extLst>
          </p:cNvPr>
          <p:cNvPicPr>
            <a:picLocks noGrp="1" noChangeAspect="1"/>
          </p:cNvPicPr>
          <p:nvPr>
            <p:ph type="pic" sz="quarter" idx="16"/>
          </p:nvPr>
        </p:nvPicPr>
        <p:blipFill rotWithShape="1">
          <a:blip r:embed="rId4" cstate="screen">
            <a:extLst>
              <a:ext uri="{28A0092B-C50C-407E-A947-70E740481C1C}">
                <a14:useLocalDpi xmlns:a14="http://schemas.microsoft.com/office/drawing/2010/main" val="0"/>
              </a:ext>
            </a:extLst>
          </a:blip>
          <a:srcRect/>
          <a:stretch/>
        </p:blipFill>
        <p:spPr>
          <a:xfrm>
            <a:off x="1" y="3134141"/>
            <a:ext cx="4548543" cy="3723859"/>
          </a:xfrm>
        </p:spPr>
      </p:pic>
      <p:pic>
        <p:nvPicPr>
          <p:cNvPr id="33" name="Picture Placeholder 32" descr="Coffee Beans">
            <a:extLst>
              <a:ext uri="{FF2B5EF4-FFF2-40B4-BE49-F238E27FC236}">
                <a16:creationId xmlns:a16="http://schemas.microsoft.com/office/drawing/2014/main" id="{49902BD8-ADB7-2039-A1B3-15E2EE0E97EB}"/>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9889048" y="314073"/>
            <a:ext cx="2302952" cy="5820494"/>
          </a:xfrm>
        </p:spPr>
      </p:pic>
      <p:sp>
        <p:nvSpPr>
          <p:cNvPr id="35" name="Freeform: Shape 34">
            <a:extLst>
              <a:ext uri="{FF2B5EF4-FFF2-40B4-BE49-F238E27FC236}">
                <a16:creationId xmlns:a16="http://schemas.microsoft.com/office/drawing/2014/main" id="{6F140B24-E694-4901-7A2E-1564323F5A6E}"/>
              </a:ext>
              <a:ext uri="{C183D7F6-B498-43B3-948B-1728B52AA6E4}">
                <adec:decorative xmlns:adec="http://schemas.microsoft.com/office/drawing/2017/decorative" val="1"/>
              </a:ext>
            </a:extLst>
          </p:cNvPr>
          <p:cNvSpPr/>
          <p:nvPr/>
        </p:nvSpPr>
        <p:spPr>
          <a:xfrm flipH="1" flipV="1">
            <a:off x="0" y="3234590"/>
            <a:ext cx="4819650" cy="3623786"/>
          </a:xfrm>
          <a:custGeom>
            <a:avLst/>
            <a:gdLst>
              <a:gd name="connsiteX0" fmla="*/ 520805 w 4496214"/>
              <a:gd name="connsiteY0" fmla="*/ 0 h 4712444"/>
              <a:gd name="connsiteX1" fmla="*/ 4496214 w 4496214"/>
              <a:gd name="connsiteY1" fmla="*/ 0 h 4712444"/>
              <a:gd name="connsiteX2" fmla="*/ 4496214 w 4496214"/>
              <a:gd name="connsiteY2" fmla="*/ 2870874 h 4712444"/>
              <a:gd name="connsiteX3" fmla="*/ 4327504 w 4496214"/>
              <a:gd name="connsiteY3" fmla="*/ 2986301 h 4712444"/>
              <a:gd name="connsiteX4" fmla="*/ 4128523 w 4496214"/>
              <a:gd name="connsiteY4" fmla="*/ 3121316 h 4712444"/>
              <a:gd name="connsiteX5" fmla="*/ 1946719 w 4496214"/>
              <a:gd name="connsiteY5" fmla="*/ 4514203 h 4712444"/>
              <a:gd name="connsiteX6" fmla="*/ 393090 w 4496214"/>
              <a:gd name="connsiteY6" fmla="*/ 4234003 h 4712444"/>
              <a:gd name="connsiteX7" fmla="*/ 62 w 4496214"/>
              <a:gd name="connsiteY7" fmla="*/ 2727368 h 4712444"/>
              <a:gd name="connsiteX8" fmla="*/ 513680 w 4496214"/>
              <a:gd name="connsiteY8" fmla="*/ 17175 h 4712444"/>
              <a:gd name="connsiteX0" fmla="*/ 4496214 w 4496214"/>
              <a:gd name="connsiteY0" fmla="*/ 0 h 4712444"/>
              <a:gd name="connsiteX1" fmla="*/ 4496214 w 4496214"/>
              <a:gd name="connsiteY1" fmla="*/ 2870874 h 4712444"/>
              <a:gd name="connsiteX2" fmla="*/ 4327504 w 4496214"/>
              <a:gd name="connsiteY2" fmla="*/ 2986301 h 4712444"/>
              <a:gd name="connsiteX3" fmla="*/ 4128523 w 4496214"/>
              <a:gd name="connsiteY3" fmla="*/ 3121316 h 4712444"/>
              <a:gd name="connsiteX4" fmla="*/ 1946719 w 4496214"/>
              <a:gd name="connsiteY4" fmla="*/ 4514203 h 4712444"/>
              <a:gd name="connsiteX5" fmla="*/ 393090 w 4496214"/>
              <a:gd name="connsiteY5" fmla="*/ 4234003 h 4712444"/>
              <a:gd name="connsiteX6" fmla="*/ 62 w 4496214"/>
              <a:gd name="connsiteY6" fmla="*/ 2727368 h 4712444"/>
              <a:gd name="connsiteX7" fmla="*/ 513680 w 4496214"/>
              <a:gd name="connsiteY7" fmla="*/ 17175 h 4712444"/>
              <a:gd name="connsiteX8" fmla="*/ 610729 w 4496214"/>
              <a:gd name="connsiteY8" fmla="*/ 94249 h 4712444"/>
              <a:gd name="connsiteX0" fmla="*/ 4496214 w 4496214"/>
              <a:gd name="connsiteY0" fmla="*/ 2853983 h 4695553"/>
              <a:gd name="connsiteX1" fmla="*/ 4327504 w 4496214"/>
              <a:gd name="connsiteY1" fmla="*/ 2969410 h 4695553"/>
              <a:gd name="connsiteX2" fmla="*/ 4128523 w 4496214"/>
              <a:gd name="connsiteY2" fmla="*/ 3104425 h 4695553"/>
              <a:gd name="connsiteX3" fmla="*/ 1946719 w 4496214"/>
              <a:gd name="connsiteY3" fmla="*/ 4497312 h 4695553"/>
              <a:gd name="connsiteX4" fmla="*/ 393090 w 4496214"/>
              <a:gd name="connsiteY4" fmla="*/ 4217112 h 4695553"/>
              <a:gd name="connsiteX5" fmla="*/ 62 w 4496214"/>
              <a:gd name="connsiteY5" fmla="*/ 2710477 h 4695553"/>
              <a:gd name="connsiteX6" fmla="*/ 513680 w 4496214"/>
              <a:gd name="connsiteY6" fmla="*/ 284 h 4695553"/>
              <a:gd name="connsiteX7" fmla="*/ 610729 w 4496214"/>
              <a:gd name="connsiteY7" fmla="*/ 77358 h 4695553"/>
              <a:gd name="connsiteX0" fmla="*/ 4496214 w 4496214"/>
              <a:gd name="connsiteY0" fmla="*/ 2853699 h 4695269"/>
              <a:gd name="connsiteX1" fmla="*/ 4327504 w 4496214"/>
              <a:gd name="connsiteY1" fmla="*/ 2969126 h 4695269"/>
              <a:gd name="connsiteX2" fmla="*/ 4128523 w 4496214"/>
              <a:gd name="connsiteY2" fmla="*/ 3104141 h 4695269"/>
              <a:gd name="connsiteX3" fmla="*/ 1946719 w 4496214"/>
              <a:gd name="connsiteY3" fmla="*/ 4497028 h 4695269"/>
              <a:gd name="connsiteX4" fmla="*/ 393090 w 4496214"/>
              <a:gd name="connsiteY4" fmla="*/ 4216828 h 4695269"/>
              <a:gd name="connsiteX5" fmla="*/ 62 w 4496214"/>
              <a:gd name="connsiteY5" fmla="*/ 2710193 h 4695269"/>
              <a:gd name="connsiteX6" fmla="*/ 513680 w 4496214"/>
              <a:gd name="connsiteY6" fmla="*/ 0 h 4695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6214" h="4695269">
                <a:moveTo>
                  <a:pt x="4496214" y="2853699"/>
                </a:moveTo>
                <a:lnTo>
                  <a:pt x="4327504" y="2969126"/>
                </a:lnTo>
                <a:lnTo>
                  <a:pt x="4128523" y="3104141"/>
                </a:lnTo>
                <a:cubicBezTo>
                  <a:pt x="3416510" y="3596007"/>
                  <a:pt x="2702940" y="4086860"/>
                  <a:pt x="1946719" y="4497028"/>
                </a:cubicBezTo>
                <a:cubicBezTo>
                  <a:pt x="1506382" y="4736123"/>
                  <a:pt x="872113" y="4874226"/>
                  <a:pt x="393090" y="4216828"/>
                </a:cubicBezTo>
                <a:cubicBezTo>
                  <a:pt x="73281" y="3777627"/>
                  <a:pt x="-2478" y="3192354"/>
                  <a:pt x="62" y="2710193"/>
                </a:cubicBezTo>
                <a:cubicBezTo>
                  <a:pt x="5227" y="1733619"/>
                  <a:pt x="200135" y="801687"/>
                  <a:pt x="513680"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
        <p:nvSpPr>
          <p:cNvPr id="37" name="Freeform: Shape 36">
            <a:extLst>
              <a:ext uri="{FF2B5EF4-FFF2-40B4-BE49-F238E27FC236}">
                <a16:creationId xmlns:a16="http://schemas.microsoft.com/office/drawing/2014/main" id="{57DCEAD3-60ED-6955-7353-B27DCA2916AD}"/>
              </a:ext>
              <a:ext uri="{C183D7F6-B498-43B3-948B-1728B52AA6E4}">
                <adec:decorative xmlns:adec="http://schemas.microsoft.com/office/drawing/2017/decorative" val="1"/>
              </a:ext>
            </a:extLst>
          </p:cNvPr>
          <p:cNvSpPr/>
          <p:nvPr/>
        </p:nvSpPr>
        <p:spPr>
          <a:xfrm rot="10800000" flipH="1" flipV="1">
            <a:off x="-2411" y="0"/>
            <a:ext cx="2981385" cy="3186211"/>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856806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2797B-D991-62B9-81FA-299BFB5F563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213CE1-0CD3-F616-1F17-67E03349747F}"/>
              </a:ext>
            </a:extLst>
          </p:cNvPr>
          <p:cNvSpPr>
            <a:spLocks noGrp="1"/>
          </p:cNvSpPr>
          <p:nvPr>
            <p:ph type="title"/>
          </p:nvPr>
        </p:nvSpPr>
        <p:spPr>
          <a:xfrm>
            <a:off x="2286000" y="1532083"/>
            <a:ext cx="4572000" cy="1524000"/>
          </a:xfrm>
        </p:spPr>
        <p:txBody>
          <a:bodyPr/>
          <a:lstStyle/>
          <a:p>
            <a:r>
              <a:rPr lang="vi-VN" dirty="0"/>
              <a:t>Cơ sở lý thuyết</a:t>
            </a:r>
            <a:endParaRPr lang="en-US" dirty="0"/>
          </a:p>
        </p:txBody>
      </p:sp>
      <p:pic>
        <p:nvPicPr>
          <p:cNvPr id="11" name="Picture Placeholder 10" descr="A picture containing food, different, several, variety">
            <a:extLst>
              <a:ext uri="{FF2B5EF4-FFF2-40B4-BE49-F238E27FC236}">
                <a16:creationId xmlns:a16="http://schemas.microsoft.com/office/drawing/2014/main" id="{ECBDE4CD-EE43-9584-CF09-00E1F49DDACC}"/>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1" y="348939"/>
            <a:ext cx="1588691" cy="5824901"/>
          </a:xfrm>
        </p:spPr>
      </p:pic>
      <p:pic>
        <p:nvPicPr>
          <p:cNvPr id="13" name="Picture Placeholder 12" descr="Coffee on a wooden table with water ">
            <a:extLst>
              <a:ext uri="{FF2B5EF4-FFF2-40B4-BE49-F238E27FC236}">
                <a16:creationId xmlns:a16="http://schemas.microsoft.com/office/drawing/2014/main" id="{0A063C3B-87BE-9498-49CC-512B43469FFD}"/>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6107466" y="0"/>
            <a:ext cx="5820495" cy="2302951"/>
          </a:xfrm>
        </p:spPr>
      </p:pic>
      <p:sp>
        <p:nvSpPr>
          <p:cNvPr id="2" name="Date Placeholder 1">
            <a:extLst>
              <a:ext uri="{FF2B5EF4-FFF2-40B4-BE49-F238E27FC236}">
                <a16:creationId xmlns:a16="http://schemas.microsoft.com/office/drawing/2014/main" id="{73F0E2A1-7FFB-067D-255D-B2B3F4DE021B}"/>
              </a:ext>
            </a:extLst>
          </p:cNvPr>
          <p:cNvSpPr>
            <a:spLocks noGrp="1"/>
          </p:cNvSpPr>
          <p:nvPr>
            <p:ph type="dt" sz="half" idx="10"/>
          </p:nvPr>
        </p:nvSpPr>
        <p:spPr>
          <a:xfrm>
            <a:off x="9389165" y="194320"/>
            <a:ext cx="2040835" cy="365125"/>
          </a:xfrm>
        </p:spPr>
        <p:txBody>
          <a:bodyPr/>
          <a:lstStyle/>
          <a:p>
            <a:r>
              <a:rPr lang="en-US"/>
              <a:t>2/1/20XX</a:t>
            </a:r>
            <a:endParaRPr lang="en-US" dirty="0"/>
          </a:p>
        </p:txBody>
      </p:sp>
      <p:pic>
        <p:nvPicPr>
          <p:cNvPr id="15" name="Picture Placeholder 14" descr="A plate of food and a cup of coffee on a table">
            <a:extLst>
              <a:ext uri="{FF2B5EF4-FFF2-40B4-BE49-F238E27FC236}">
                <a16:creationId xmlns:a16="http://schemas.microsoft.com/office/drawing/2014/main" id="{4551D0BC-051C-09BE-7269-A9351C5B10BD}"/>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7961955" y="3048002"/>
            <a:ext cx="4230047" cy="3809998"/>
          </a:xfrm>
        </p:spPr>
      </p:pic>
      <p:sp>
        <p:nvSpPr>
          <p:cNvPr id="4" name="Slide Number Placeholder 3">
            <a:extLst>
              <a:ext uri="{FF2B5EF4-FFF2-40B4-BE49-F238E27FC236}">
                <a16:creationId xmlns:a16="http://schemas.microsoft.com/office/drawing/2014/main" id="{2DD679D4-FA72-5A83-FD70-57E1BC88D48A}"/>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8</a:t>
            </a:fld>
            <a:endParaRPr lang="en-US" dirty="0"/>
          </a:p>
        </p:txBody>
      </p:sp>
      <p:sp>
        <p:nvSpPr>
          <p:cNvPr id="19" name="Freeform: Shape 18">
            <a:extLst>
              <a:ext uri="{FF2B5EF4-FFF2-40B4-BE49-F238E27FC236}">
                <a16:creationId xmlns:a16="http://schemas.microsoft.com/office/drawing/2014/main" id="{CA91939E-27AD-DD6E-B07B-97F8E397FA5E}"/>
              </a:ext>
              <a:ext uri="{C183D7F6-B498-43B3-948B-1728B52AA6E4}">
                <adec:decorative xmlns:adec="http://schemas.microsoft.com/office/drawing/2017/decorative" val="1"/>
              </a:ext>
            </a:extLst>
          </p:cNvPr>
          <p:cNvSpPr/>
          <p:nvPr/>
        </p:nvSpPr>
        <p:spPr>
          <a:xfrm rot="14885154" flipH="1">
            <a:off x="7164734" y="-2511844"/>
            <a:ext cx="3825181" cy="624345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
        <p:nvSpPr>
          <p:cNvPr id="3" name="Rectangle 1">
            <a:extLst>
              <a:ext uri="{FF2B5EF4-FFF2-40B4-BE49-F238E27FC236}">
                <a16:creationId xmlns:a16="http://schemas.microsoft.com/office/drawing/2014/main" id="{AA96C32A-2A21-7A72-EBA6-E9A527765923}"/>
              </a:ext>
            </a:extLst>
          </p:cNvPr>
          <p:cNvSpPr>
            <a:spLocks noGrp="1" noChangeArrowheads="1"/>
          </p:cNvSpPr>
          <p:nvPr>
            <p:ph idx="1"/>
          </p:nvPr>
        </p:nvSpPr>
        <p:spPr bwMode="auto">
          <a:xfrm>
            <a:off x="1588692" y="2572232"/>
            <a:ext cx="7491850"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Arial" panose="020B0604020202020204" pitchFamily="34" charset="0"/>
              </a:rPr>
              <a:t>Nguyên </a:t>
            </a:r>
            <a:r>
              <a:rPr kumimoji="0" lang="en-US" altLang="en-US" sz="2500" b="0" i="0" u="none" strike="noStrike" cap="none" normalizeH="0" baseline="0" dirty="0" err="1">
                <a:ln>
                  <a:noFill/>
                </a:ln>
                <a:solidFill>
                  <a:schemeClr val="tx1"/>
                </a:solidFill>
                <a:effectLst/>
                <a:latin typeface="Arial" panose="020B0604020202020204" pitchFamily="34" charset="0"/>
              </a:rPr>
              <a:t>lý</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phát</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triển</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phần</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mềm</a:t>
            </a:r>
            <a:r>
              <a:rPr kumimoji="0" lang="en-US" altLang="en-US" sz="2500" b="0" i="0" u="none" strike="noStrike" cap="none" normalizeH="0" baseline="0" dirty="0">
                <a:ln>
                  <a:noFill/>
                </a:ln>
                <a:solidFill>
                  <a:schemeClr val="tx1"/>
                </a:solidFill>
                <a:effectLst/>
                <a:latin typeface="Arial" panose="020B0604020202020204" pitchFamily="34" charset="0"/>
              </a:rPr>
              <a:t> (SDLC, Agile/Scrum).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err="1">
                <a:ln>
                  <a:noFill/>
                </a:ln>
                <a:solidFill>
                  <a:schemeClr val="tx1"/>
                </a:solidFill>
                <a:effectLst/>
                <a:latin typeface="Arial" panose="020B0604020202020204" pitchFamily="34" charset="0"/>
              </a:rPr>
              <a:t>Kiến</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thức</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về</a:t>
            </a:r>
            <a:r>
              <a:rPr kumimoji="0" lang="en-US" altLang="en-US" sz="2500" b="0" i="0" u="none" strike="noStrike" cap="none" normalizeH="0" baseline="0" dirty="0">
                <a:ln>
                  <a:noFill/>
                </a:ln>
                <a:solidFill>
                  <a:schemeClr val="tx1"/>
                </a:solidFill>
                <a:effectLst/>
                <a:latin typeface="Arial" panose="020B0604020202020204" pitchFamily="34" charset="0"/>
              </a:rPr>
              <a:t> UX/UI </a:t>
            </a:r>
            <a:r>
              <a:rPr kumimoji="0" lang="en-US" altLang="en-US" sz="2500" b="0" i="0" u="none" strike="noStrike" cap="none" normalizeH="0" baseline="0" dirty="0" err="1">
                <a:ln>
                  <a:noFill/>
                </a:ln>
                <a:solidFill>
                  <a:schemeClr val="tx1"/>
                </a:solidFill>
                <a:effectLst/>
                <a:latin typeface="Arial" panose="020B0604020202020204" pitchFamily="34" charset="0"/>
              </a:rPr>
              <a:t>trong</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ứng</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dụng</a:t>
            </a:r>
            <a:r>
              <a:rPr kumimoji="0" lang="en-US" altLang="en-US" sz="2500" b="0" i="0" u="none" strike="noStrike" cap="none" normalizeH="0" baseline="0" dirty="0">
                <a:ln>
                  <a:noFill/>
                </a:ln>
                <a:solidFill>
                  <a:schemeClr val="tx1"/>
                </a:solidFill>
                <a:effectLst/>
                <a:latin typeface="Arial" panose="020B0604020202020204" pitchFamily="34" charset="0"/>
              </a:rPr>
              <a:t> di </a:t>
            </a:r>
            <a:r>
              <a:rPr kumimoji="0" lang="en-US" altLang="en-US" sz="2500" b="0" i="0" u="none" strike="noStrike" cap="none" normalizeH="0" baseline="0" dirty="0" err="1">
                <a:ln>
                  <a:noFill/>
                </a:ln>
                <a:solidFill>
                  <a:schemeClr val="tx1"/>
                </a:solidFill>
                <a:effectLst/>
                <a:latin typeface="Arial" panose="020B0604020202020204" pitchFamily="34" charset="0"/>
              </a:rPr>
              <a:t>động</a:t>
            </a:r>
            <a:r>
              <a:rPr kumimoji="0" lang="en-US" altLang="en-US" sz="25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Arial" panose="020B0604020202020204" pitchFamily="34" charset="0"/>
              </a:rPr>
              <a:t>Công </a:t>
            </a:r>
            <a:r>
              <a:rPr kumimoji="0" lang="en-US" altLang="en-US" sz="2500" b="0" i="0" u="none" strike="noStrike" cap="none" normalizeH="0" baseline="0" dirty="0" err="1">
                <a:ln>
                  <a:noFill/>
                </a:ln>
                <a:solidFill>
                  <a:schemeClr val="tx1"/>
                </a:solidFill>
                <a:effectLst/>
                <a:latin typeface="Arial" panose="020B0604020202020204" pitchFamily="34" charset="0"/>
              </a:rPr>
              <a:t>nghệ</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bảo</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mật</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dữ</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liệu</a:t>
            </a:r>
            <a:r>
              <a:rPr kumimoji="0" lang="en-US" altLang="en-US" sz="2500" b="0" i="0" u="none" strike="noStrike" cap="none" normalizeH="0" baseline="0" dirty="0">
                <a:ln>
                  <a:noFill/>
                </a:ln>
                <a:solidFill>
                  <a:schemeClr val="tx1"/>
                </a:solidFill>
                <a:effectLst/>
                <a:latin typeface="Arial" panose="020B0604020202020204" pitchFamily="34" charset="0"/>
              </a:rPr>
              <a:t> (SSL/TLS, </a:t>
            </a:r>
            <a:r>
              <a:rPr kumimoji="0" lang="en-US" altLang="en-US" sz="2500" b="0" i="0" u="none" strike="noStrike" cap="none" normalizeH="0" baseline="0" dirty="0" err="1">
                <a:ln>
                  <a:noFill/>
                </a:ln>
                <a:solidFill>
                  <a:schemeClr val="tx1"/>
                </a:solidFill>
                <a:effectLst/>
                <a:latin typeface="Arial" panose="020B0604020202020204" pitchFamily="34" charset="0"/>
              </a:rPr>
              <a:t>mã</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hóa</a:t>
            </a:r>
            <a:r>
              <a:rPr kumimoji="0" lang="en-US" altLang="en-US" sz="25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Arial" panose="020B0604020202020204" pitchFamily="34" charset="0"/>
              </a:rPr>
              <a:t>Quản </a:t>
            </a:r>
            <a:r>
              <a:rPr kumimoji="0" lang="en-US" altLang="en-US" sz="2500" b="0" i="0" u="none" strike="noStrike" cap="none" normalizeH="0" baseline="0" dirty="0" err="1">
                <a:ln>
                  <a:noFill/>
                </a:ln>
                <a:solidFill>
                  <a:schemeClr val="tx1"/>
                </a:solidFill>
                <a:effectLst/>
                <a:latin typeface="Arial" panose="020B0604020202020204" pitchFamily="34" charset="0"/>
              </a:rPr>
              <a:t>lý</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hệ</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thống</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thông</a:t>
            </a:r>
            <a:r>
              <a:rPr kumimoji="0" lang="en-US" altLang="en-US" sz="2500" b="0" i="0" u="none" strike="noStrike" cap="none" normalizeH="0" baseline="0" dirty="0">
                <a:ln>
                  <a:noFill/>
                </a:ln>
                <a:solidFill>
                  <a:schemeClr val="tx1"/>
                </a:solidFill>
                <a:effectLst/>
                <a:latin typeface="Arial" panose="020B0604020202020204" pitchFamily="34" charset="0"/>
              </a:rPr>
              <a:t> tin </a:t>
            </a:r>
            <a:r>
              <a:rPr kumimoji="0" lang="en-US" altLang="en-US" sz="2500" b="0" i="0" u="none" strike="noStrike" cap="none" normalizeH="0" baseline="0" dirty="0" err="1">
                <a:ln>
                  <a:noFill/>
                </a:ln>
                <a:solidFill>
                  <a:schemeClr val="tx1"/>
                </a:solidFill>
                <a:effectLst/>
                <a:latin typeface="Arial" panose="020B0604020202020204" pitchFamily="34" charset="0"/>
              </a:rPr>
              <a:t>trong</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ngành</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dịch</a:t>
            </a:r>
            <a:r>
              <a:rPr kumimoji="0" lang="en-US" altLang="en-US" sz="2500" b="0" i="0" u="none" strike="noStrike" cap="none" normalizeH="0" baseline="0" dirty="0">
                <a:ln>
                  <a:noFill/>
                </a:ln>
                <a:solidFill>
                  <a:schemeClr val="tx1"/>
                </a:solidFill>
                <a:effectLst/>
                <a:latin typeface="Arial" panose="020B0604020202020204" pitchFamily="34" charset="0"/>
              </a:rPr>
              <a:t> </a:t>
            </a:r>
            <a:r>
              <a:rPr kumimoji="0" lang="en-US" altLang="en-US" sz="2500" b="0" i="0" u="none" strike="noStrike" cap="none" normalizeH="0" baseline="0" dirty="0" err="1">
                <a:ln>
                  <a:noFill/>
                </a:ln>
                <a:solidFill>
                  <a:schemeClr val="tx1"/>
                </a:solidFill>
                <a:effectLst/>
                <a:latin typeface="Arial" panose="020B0604020202020204" pitchFamily="34" charset="0"/>
              </a:rPr>
              <a:t>vụ</a:t>
            </a:r>
            <a:r>
              <a:rPr kumimoji="0" lang="en-US" altLang="en-US" sz="25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124378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E6333-AA8C-98DE-0C5A-099BE68DBD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5316ED-4D91-E6C5-8494-DEE0A3AE71AA}"/>
              </a:ext>
            </a:extLst>
          </p:cNvPr>
          <p:cNvSpPr>
            <a:spLocks noGrp="1"/>
          </p:cNvSpPr>
          <p:nvPr>
            <p:ph type="ctrTitle"/>
          </p:nvPr>
        </p:nvSpPr>
        <p:spPr>
          <a:xfrm>
            <a:off x="5022486" y="2286001"/>
            <a:ext cx="4595456" cy="2286000"/>
          </a:xfrm>
        </p:spPr>
        <p:txBody>
          <a:bodyPr/>
          <a:lstStyle/>
          <a:p>
            <a:r>
              <a:rPr lang="vi-VN" dirty="0"/>
              <a:t>3- Phân tích thiết kê phần mềm</a:t>
            </a:r>
            <a:endParaRPr lang="en-US" dirty="0"/>
          </a:p>
        </p:txBody>
      </p:sp>
      <p:sp>
        <p:nvSpPr>
          <p:cNvPr id="25" name="Subtitle 24">
            <a:extLst>
              <a:ext uri="{FF2B5EF4-FFF2-40B4-BE49-F238E27FC236}">
                <a16:creationId xmlns:a16="http://schemas.microsoft.com/office/drawing/2014/main" id="{40CAF257-BA07-0B97-0FCF-8F95B199F2F8}"/>
              </a:ext>
            </a:extLst>
          </p:cNvPr>
          <p:cNvSpPr>
            <a:spLocks noGrp="1"/>
          </p:cNvSpPr>
          <p:nvPr>
            <p:ph type="subTitle" idx="1"/>
          </p:nvPr>
        </p:nvSpPr>
        <p:spPr>
          <a:xfrm>
            <a:off x="5334000" y="4571999"/>
            <a:ext cx="4594502" cy="1524000"/>
          </a:xfrm>
        </p:spPr>
        <p:txBody>
          <a:bodyPr/>
          <a:lstStyle/>
          <a:p>
            <a:r>
              <a:rPr lang="en-US" dirty="0"/>
              <a:t>Subtitle</a:t>
            </a:r>
          </a:p>
        </p:txBody>
      </p:sp>
      <p:pic>
        <p:nvPicPr>
          <p:cNvPr id="18" name="Picture Placeholder 17" descr="Coffee on a wooden table with water ">
            <a:extLst>
              <a:ext uri="{FF2B5EF4-FFF2-40B4-BE49-F238E27FC236}">
                <a16:creationId xmlns:a16="http://schemas.microsoft.com/office/drawing/2014/main" id="{7D98964F-138E-595E-1BC6-BAD68FE9A312}"/>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2"/>
            <a:ext cx="2915897" cy="3150803"/>
          </a:xfrm>
        </p:spPr>
      </p:pic>
      <p:pic>
        <p:nvPicPr>
          <p:cNvPr id="20" name="Picture Placeholder 19" descr="A plate of food and a cup of coffee on a table">
            <a:extLst>
              <a:ext uri="{FF2B5EF4-FFF2-40B4-BE49-F238E27FC236}">
                <a16:creationId xmlns:a16="http://schemas.microsoft.com/office/drawing/2014/main" id="{7F703CAA-F7B2-16A7-0C7B-A766F61FEEC8}"/>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3824588" y="0"/>
            <a:ext cx="5820494" cy="2008700"/>
          </a:xfrm>
        </p:spPr>
      </p:pic>
      <p:pic>
        <p:nvPicPr>
          <p:cNvPr id="31" name="Picture Placeholder 30" descr="A couple of cups of coffee on a table in blue cups&#10;">
            <a:extLst>
              <a:ext uri="{FF2B5EF4-FFF2-40B4-BE49-F238E27FC236}">
                <a16:creationId xmlns:a16="http://schemas.microsoft.com/office/drawing/2014/main" id="{7D3188A1-AB56-D402-935F-FA759733C8D5}"/>
              </a:ext>
            </a:extLst>
          </p:cNvPr>
          <p:cNvPicPr>
            <a:picLocks noGrp="1" noChangeAspect="1"/>
          </p:cNvPicPr>
          <p:nvPr>
            <p:ph type="pic" sz="quarter" idx="16"/>
          </p:nvPr>
        </p:nvPicPr>
        <p:blipFill rotWithShape="1">
          <a:blip r:embed="rId4" cstate="screen">
            <a:extLst>
              <a:ext uri="{28A0092B-C50C-407E-A947-70E740481C1C}">
                <a14:useLocalDpi xmlns:a14="http://schemas.microsoft.com/office/drawing/2010/main" val="0"/>
              </a:ext>
            </a:extLst>
          </a:blip>
          <a:srcRect/>
          <a:stretch/>
        </p:blipFill>
        <p:spPr>
          <a:xfrm>
            <a:off x="1" y="3134141"/>
            <a:ext cx="4548543" cy="3723859"/>
          </a:xfrm>
        </p:spPr>
      </p:pic>
      <p:pic>
        <p:nvPicPr>
          <p:cNvPr id="33" name="Picture Placeholder 32" descr="Coffee Beans">
            <a:extLst>
              <a:ext uri="{FF2B5EF4-FFF2-40B4-BE49-F238E27FC236}">
                <a16:creationId xmlns:a16="http://schemas.microsoft.com/office/drawing/2014/main" id="{6EBD0B07-F5E0-BA26-0FFA-97FB970ECFE5}"/>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9889048" y="314073"/>
            <a:ext cx="2302952" cy="5820494"/>
          </a:xfrm>
        </p:spPr>
      </p:pic>
      <p:sp>
        <p:nvSpPr>
          <p:cNvPr id="35" name="Freeform: Shape 34">
            <a:extLst>
              <a:ext uri="{FF2B5EF4-FFF2-40B4-BE49-F238E27FC236}">
                <a16:creationId xmlns:a16="http://schemas.microsoft.com/office/drawing/2014/main" id="{785EC5B5-FD7B-E518-0B6A-1A38C855E4D7}"/>
              </a:ext>
              <a:ext uri="{C183D7F6-B498-43B3-948B-1728B52AA6E4}">
                <adec:decorative xmlns:adec="http://schemas.microsoft.com/office/drawing/2017/decorative" val="1"/>
              </a:ext>
            </a:extLst>
          </p:cNvPr>
          <p:cNvSpPr/>
          <p:nvPr/>
        </p:nvSpPr>
        <p:spPr>
          <a:xfrm flipH="1" flipV="1">
            <a:off x="0" y="3234590"/>
            <a:ext cx="4819650" cy="3623786"/>
          </a:xfrm>
          <a:custGeom>
            <a:avLst/>
            <a:gdLst>
              <a:gd name="connsiteX0" fmla="*/ 520805 w 4496214"/>
              <a:gd name="connsiteY0" fmla="*/ 0 h 4712444"/>
              <a:gd name="connsiteX1" fmla="*/ 4496214 w 4496214"/>
              <a:gd name="connsiteY1" fmla="*/ 0 h 4712444"/>
              <a:gd name="connsiteX2" fmla="*/ 4496214 w 4496214"/>
              <a:gd name="connsiteY2" fmla="*/ 2870874 h 4712444"/>
              <a:gd name="connsiteX3" fmla="*/ 4327504 w 4496214"/>
              <a:gd name="connsiteY3" fmla="*/ 2986301 h 4712444"/>
              <a:gd name="connsiteX4" fmla="*/ 4128523 w 4496214"/>
              <a:gd name="connsiteY4" fmla="*/ 3121316 h 4712444"/>
              <a:gd name="connsiteX5" fmla="*/ 1946719 w 4496214"/>
              <a:gd name="connsiteY5" fmla="*/ 4514203 h 4712444"/>
              <a:gd name="connsiteX6" fmla="*/ 393090 w 4496214"/>
              <a:gd name="connsiteY6" fmla="*/ 4234003 h 4712444"/>
              <a:gd name="connsiteX7" fmla="*/ 62 w 4496214"/>
              <a:gd name="connsiteY7" fmla="*/ 2727368 h 4712444"/>
              <a:gd name="connsiteX8" fmla="*/ 513680 w 4496214"/>
              <a:gd name="connsiteY8" fmla="*/ 17175 h 4712444"/>
              <a:gd name="connsiteX0" fmla="*/ 4496214 w 4496214"/>
              <a:gd name="connsiteY0" fmla="*/ 0 h 4712444"/>
              <a:gd name="connsiteX1" fmla="*/ 4496214 w 4496214"/>
              <a:gd name="connsiteY1" fmla="*/ 2870874 h 4712444"/>
              <a:gd name="connsiteX2" fmla="*/ 4327504 w 4496214"/>
              <a:gd name="connsiteY2" fmla="*/ 2986301 h 4712444"/>
              <a:gd name="connsiteX3" fmla="*/ 4128523 w 4496214"/>
              <a:gd name="connsiteY3" fmla="*/ 3121316 h 4712444"/>
              <a:gd name="connsiteX4" fmla="*/ 1946719 w 4496214"/>
              <a:gd name="connsiteY4" fmla="*/ 4514203 h 4712444"/>
              <a:gd name="connsiteX5" fmla="*/ 393090 w 4496214"/>
              <a:gd name="connsiteY5" fmla="*/ 4234003 h 4712444"/>
              <a:gd name="connsiteX6" fmla="*/ 62 w 4496214"/>
              <a:gd name="connsiteY6" fmla="*/ 2727368 h 4712444"/>
              <a:gd name="connsiteX7" fmla="*/ 513680 w 4496214"/>
              <a:gd name="connsiteY7" fmla="*/ 17175 h 4712444"/>
              <a:gd name="connsiteX8" fmla="*/ 610729 w 4496214"/>
              <a:gd name="connsiteY8" fmla="*/ 94249 h 4712444"/>
              <a:gd name="connsiteX0" fmla="*/ 4496214 w 4496214"/>
              <a:gd name="connsiteY0" fmla="*/ 2853983 h 4695553"/>
              <a:gd name="connsiteX1" fmla="*/ 4327504 w 4496214"/>
              <a:gd name="connsiteY1" fmla="*/ 2969410 h 4695553"/>
              <a:gd name="connsiteX2" fmla="*/ 4128523 w 4496214"/>
              <a:gd name="connsiteY2" fmla="*/ 3104425 h 4695553"/>
              <a:gd name="connsiteX3" fmla="*/ 1946719 w 4496214"/>
              <a:gd name="connsiteY3" fmla="*/ 4497312 h 4695553"/>
              <a:gd name="connsiteX4" fmla="*/ 393090 w 4496214"/>
              <a:gd name="connsiteY4" fmla="*/ 4217112 h 4695553"/>
              <a:gd name="connsiteX5" fmla="*/ 62 w 4496214"/>
              <a:gd name="connsiteY5" fmla="*/ 2710477 h 4695553"/>
              <a:gd name="connsiteX6" fmla="*/ 513680 w 4496214"/>
              <a:gd name="connsiteY6" fmla="*/ 284 h 4695553"/>
              <a:gd name="connsiteX7" fmla="*/ 610729 w 4496214"/>
              <a:gd name="connsiteY7" fmla="*/ 77358 h 4695553"/>
              <a:gd name="connsiteX0" fmla="*/ 4496214 w 4496214"/>
              <a:gd name="connsiteY0" fmla="*/ 2853699 h 4695269"/>
              <a:gd name="connsiteX1" fmla="*/ 4327504 w 4496214"/>
              <a:gd name="connsiteY1" fmla="*/ 2969126 h 4695269"/>
              <a:gd name="connsiteX2" fmla="*/ 4128523 w 4496214"/>
              <a:gd name="connsiteY2" fmla="*/ 3104141 h 4695269"/>
              <a:gd name="connsiteX3" fmla="*/ 1946719 w 4496214"/>
              <a:gd name="connsiteY3" fmla="*/ 4497028 h 4695269"/>
              <a:gd name="connsiteX4" fmla="*/ 393090 w 4496214"/>
              <a:gd name="connsiteY4" fmla="*/ 4216828 h 4695269"/>
              <a:gd name="connsiteX5" fmla="*/ 62 w 4496214"/>
              <a:gd name="connsiteY5" fmla="*/ 2710193 h 4695269"/>
              <a:gd name="connsiteX6" fmla="*/ 513680 w 4496214"/>
              <a:gd name="connsiteY6" fmla="*/ 0 h 4695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6214" h="4695269">
                <a:moveTo>
                  <a:pt x="4496214" y="2853699"/>
                </a:moveTo>
                <a:lnTo>
                  <a:pt x="4327504" y="2969126"/>
                </a:lnTo>
                <a:lnTo>
                  <a:pt x="4128523" y="3104141"/>
                </a:lnTo>
                <a:cubicBezTo>
                  <a:pt x="3416510" y="3596007"/>
                  <a:pt x="2702940" y="4086860"/>
                  <a:pt x="1946719" y="4497028"/>
                </a:cubicBezTo>
                <a:cubicBezTo>
                  <a:pt x="1506382" y="4736123"/>
                  <a:pt x="872113" y="4874226"/>
                  <a:pt x="393090" y="4216828"/>
                </a:cubicBezTo>
                <a:cubicBezTo>
                  <a:pt x="73281" y="3777627"/>
                  <a:pt x="-2478" y="3192354"/>
                  <a:pt x="62" y="2710193"/>
                </a:cubicBezTo>
                <a:cubicBezTo>
                  <a:pt x="5227" y="1733619"/>
                  <a:pt x="200135" y="801687"/>
                  <a:pt x="513680"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
        <p:nvSpPr>
          <p:cNvPr id="37" name="Freeform: Shape 36">
            <a:extLst>
              <a:ext uri="{FF2B5EF4-FFF2-40B4-BE49-F238E27FC236}">
                <a16:creationId xmlns:a16="http://schemas.microsoft.com/office/drawing/2014/main" id="{68E44559-84A2-A366-96ED-17583D29C42B}"/>
              </a:ext>
              <a:ext uri="{C183D7F6-B498-43B3-948B-1728B52AA6E4}">
                <adec:decorative xmlns:adec="http://schemas.microsoft.com/office/drawing/2017/decorative" val="1"/>
              </a:ext>
            </a:extLst>
          </p:cNvPr>
          <p:cNvSpPr/>
          <p:nvPr/>
        </p:nvSpPr>
        <p:spPr>
          <a:xfrm rot="10800000" flipH="1" flipV="1">
            <a:off x="-2411" y="0"/>
            <a:ext cx="2981385" cy="3186211"/>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318875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B2428-7516-D357-0A5C-20C3D37539DF}"/>
            </a:ext>
          </a:extLst>
        </p:cNvPr>
        <p:cNvGrpSpPr/>
        <p:nvPr/>
      </p:nvGrpSpPr>
      <p:grpSpPr>
        <a:xfrm>
          <a:off x="0" y="0"/>
          <a:ext cx="0" cy="0"/>
          <a:chOff x="0" y="0"/>
          <a:chExt cx="0" cy="0"/>
        </a:xfrm>
      </p:grpSpPr>
      <p:sp>
        <p:nvSpPr>
          <p:cNvPr id="20" name="Date Placeholder 19">
            <a:extLst>
              <a:ext uri="{FF2B5EF4-FFF2-40B4-BE49-F238E27FC236}">
                <a16:creationId xmlns:a16="http://schemas.microsoft.com/office/drawing/2014/main" id="{C1452E0F-C26B-6030-BA77-BD55DBC07CE9}"/>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21" name="Footer Placeholder 20">
            <a:extLst>
              <a:ext uri="{FF2B5EF4-FFF2-40B4-BE49-F238E27FC236}">
                <a16:creationId xmlns:a16="http://schemas.microsoft.com/office/drawing/2014/main" id="{5986F102-6FA2-72DA-4D08-BA84F7064A00}"/>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22" name="Slide Number Placeholder 21">
            <a:extLst>
              <a:ext uri="{FF2B5EF4-FFF2-40B4-BE49-F238E27FC236}">
                <a16:creationId xmlns:a16="http://schemas.microsoft.com/office/drawing/2014/main" id="{175D9D93-0623-CAEB-DF15-18B118B7876C}"/>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10</a:t>
            </a:fld>
            <a:endParaRPr lang="en-US" dirty="0"/>
          </a:p>
        </p:txBody>
      </p:sp>
      <p:sp>
        <p:nvSpPr>
          <p:cNvPr id="5" name="Title 4">
            <a:extLst>
              <a:ext uri="{FF2B5EF4-FFF2-40B4-BE49-F238E27FC236}">
                <a16:creationId xmlns:a16="http://schemas.microsoft.com/office/drawing/2014/main" id="{A1EBFEC2-D372-A957-D3B6-A04A4BB601AE}"/>
              </a:ext>
            </a:extLst>
          </p:cNvPr>
          <p:cNvSpPr>
            <a:spLocks noGrp="1"/>
          </p:cNvSpPr>
          <p:nvPr>
            <p:ph type="title"/>
          </p:nvPr>
        </p:nvSpPr>
        <p:spPr>
          <a:xfrm>
            <a:off x="436176" y="2663775"/>
            <a:ext cx="5355022" cy="1311047"/>
          </a:xfrm>
        </p:spPr>
        <p:txBody>
          <a:bodyPr/>
          <a:lstStyle/>
          <a:p>
            <a:r>
              <a:rPr lang="en-US" dirty="0" err="1"/>
              <a:t>Thiết</a:t>
            </a:r>
            <a:r>
              <a:rPr lang="en-US" dirty="0"/>
              <a:t> </a:t>
            </a:r>
            <a:r>
              <a:rPr lang="en-US" dirty="0" err="1"/>
              <a:t>kế</a:t>
            </a:r>
            <a:r>
              <a:rPr lang="en-US" dirty="0"/>
              <a:t> </a:t>
            </a:r>
            <a:r>
              <a:rPr lang="en-US" dirty="0" err="1"/>
              <a:t>giao</a:t>
            </a:r>
            <a:r>
              <a:rPr lang="en-US" dirty="0"/>
              <a:t> </a:t>
            </a:r>
            <a:r>
              <a:rPr lang="en-US" dirty="0" err="1"/>
              <a:t>diện</a:t>
            </a:r>
            <a:endParaRPr lang="en-US" b="1" dirty="0"/>
          </a:p>
        </p:txBody>
      </p:sp>
      <p:sp>
        <p:nvSpPr>
          <p:cNvPr id="9" name="Title 4">
            <a:extLst>
              <a:ext uri="{FF2B5EF4-FFF2-40B4-BE49-F238E27FC236}">
                <a16:creationId xmlns:a16="http://schemas.microsoft.com/office/drawing/2014/main" id="{FE51DFA2-93AD-25AB-E7A2-D094C94B1BA7}"/>
              </a:ext>
            </a:extLst>
          </p:cNvPr>
          <p:cNvSpPr txBox="1">
            <a:spLocks/>
          </p:cNvSpPr>
          <p:nvPr/>
        </p:nvSpPr>
        <p:spPr>
          <a:xfrm>
            <a:off x="457198" y="152400"/>
            <a:ext cx="10668000"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t>Phân</a:t>
            </a:r>
            <a:r>
              <a:rPr lang="en-US" dirty="0"/>
              <a:t> </a:t>
            </a:r>
            <a:r>
              <a:rPr lang="en-US" dirty="0" err="1"/>
              <a:t>tích</a:t>
            </a:r>
            <a:r>
              <a:rPr lang="en-US" dirty="0"/>
              <a:t> </a:t>
            </a:r>
            <a:r>
              <a:rPr lang="en-US" dirty="0" err="1"/>
              <a:t>yêu</a:t>
            </a:r>
            <a:r>
              <a:rPr lang="en-US" dirty="0"/>
              <a:t> </a:t>
            </a:r>
            <a:r>
              <a:rPr lang="en-US" dirty="0" err="1"/>
              <a:t>cầu</a:t>
            </a:r>
            <a:r>
              <a:rPr lang="en-US" dirty="0"/>
              <a:t> </a:t>
            </a:r>
            <a:r>
              <a:rPr lang="en-US" dirty="0" err="1"/>
              <a:t>hệ</a:t>
            </a:r>
            <a:r>
              <a:rPr lang="en-US" dirty="0"/>
              <a:t> </a:t>
            </a:r>
            <a:r>
              <a:rPr lang="en-US" dirty="0" err="1"/>
              <a:t>thống</a:t>
            </a:r>
            <a:endParaRPr lang="en-US" b="1" dirty="0"/>
          </a:p>
        </p:txBody>
      </p:sp>
      <p:sp>
        <p:nvSpPr>
          <p:cNvPr id="2" name="Rectangle 1">
            <a:extLst>
              <a:ext uri="{FF2B5EF4-FFF2-40B4-BE49-F238E27FC236}">
                <a16:creationId xmlns:a16="http://schemas.microsoft.com/office/drawing/2014/main" id="{72892925-7CC0-9E3C-F902-B12D49947012}"/>
              </a:ext>
            </a:extLst>
          </p:cNvPr>
          <p:cNvSpPr>
            <a:spLocks noChangeArrowheads="1"/>
          </p:cNvSpPr>
          <p:nvPr/>
        </p:nvSpPr>
        <p:spPr bwMode="auto">
          <a:xfrm>
            <a:off x="761998" y="1416087"/>
            <a:ext cx="651116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vi-VN" dirty="0">
                <a:latin typeface="Times New Roman" panose="02020603050405020304" pitchFamily="18" charset="0"/>
                <a:cs typeface="Times New Roman" panose="02020603050405020304" pitchFamily="18" charset="0"/>
              </a:rPr>
              <a:t>Quản lý menu: thêm, sửa, xóa món.</a:t>
            </a:r>
          </a:p>
          <a:p>
            <a:r>
              <a:rPr lang="vi-VN" dirty="0">
                <a:latin typeface="Times New Roman" panose="02020603050405020304" pitchFamily="18" charset="0"/>
                <a:cs typeface="Times New Roman" panose="02020603050405020304" pitchFamily="18" charset="0"/>
              </a:rPr>
              <a:t>Quản lý đơn hàng: đặt món, theo dõi trạng thái.</a:t>
            </a:r>
          </a:p>
          <a:p>
            <a:r>
              <a:rPr lang="vi-VN" dirty="0">
                <a:latin typeface="Times New Roman" panose="02020603050405020304" pitchFamily="18" charset="0"/>
                <a:cs typeface="Times New Roman" panose="02020603050405020304" pitchFamily="18" charset="0"/>
              </a:rPr>
              <a:t>Quản lý nguyên liệu: nhập kho, cảnh báo hết hàng.</a:t>
            </a:r>
          </a:p>
          <a:p>
            <a:r>
              <a:rPr lang="vi-VN" dirty="0">
                <a:latin typeface="Times New Roman" panose="02020603050405020304" pitchFamily="18" charset="0"/>
                <a:cs typeface="Times New Roman" panose="02020603050405020304" pitchFamily="18" charset="0"/>
              </a:rPr>
              <a:t>Quản lý doanh thu: báo cáo, thống kê.</a:t>
            </a:r>
          </a:p>
          <a:p>
            <a:r>
              <a:rPr lang="vi-VN" dirty="0">
                <a:latin typeface="Times New Roman" panose="02020603050405020304" pitchFamily="18" charset="0"/>
                <a:cs typeface="Times New Roman" panose="02020603050405020304" pitchFamily="18" charset="0"/>
              </a:rPr>
              <a:t>Tích hợp đánh giá khách hàng.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D5A3635A-72B0-7257-D865-A1EC30D0CCD7}"/>
              </a:ext>
            </a:extLst>
          </p:cNvPr>
          <p:cNvSpPr>
            <a:spLocks noChangeArrowheads="1"/>
          </p:cNvSpPr>
          <p:nvPr/>
        </p:nvSpPr>
        <p:spPr bwMode="auto">
          <a:xfrm rot="10800000" flipV="1">
            <a:off x="693686" y="3955713"/>
            <a:ext cx="570711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Giao </a:t>
            </a:r>
            <a:r>
              <a:rPr kumimoji="0" lang="en-US" altLang="en-US" sz="1800" b="0" i="0" u="none" strike="noStrike" cap="none" normalizeH="0" baseline="0" dirty="0" err="1">
                <a:ln>
                  <a:noFill/>
                </a:ln>
                <a:solidFill>
                  <a:schemeClr val="tx1"/>
                </a:solidFill>
                <a:effectLst/>
                <a:latin typeface="Arial" panose="020B0604020202020204" pitchFamily="34" charset="0"/>
              </a:rPr>
              <a:t>diện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thiện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Phân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quyền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người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dùng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chủ</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viên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Tích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hợp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tính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năng</a:t>
            </a:r>
            <a:r>
              <a:rPr kumimoji="0" lang="en-US" altLang="en-US" sz="1800" b="0" i="0" u="none" strike="noStrike" cap="none" normalizeH="0" baseline="0" dirty="0">
                <a:ln>
                  <a:noFill/>
                </a:ln>
                <a:solidFill>
                  <a:schemeClr val="tx1"/>
                </a:solidFill>
                <a:effectLst/>
                <a:latin typeface="Arial" panose="020B0604020202020204" pitchFamily="34" charset="0"/>
              </a:rPr>
              <a:t> chat/</a:t>
            </a:r>
            <a:r>
              <a:rPr kumimoji="0" lang="en-US" altLang="en-US" sz="1800" b="0" i="0" u="none" strike="noStrike" cap="none" normalizeH="0" baseline="0" dirty="0" err="1">
                <a:ln>
                  <a:noFill/>
                </a:ln>
                <a:solidFill>
                  <a:schemeClr val="tx1"/>
                </a:solidFill>
                <a:effectLst/>
                <a:latin typeface="Arial" panose="020B0604020202020204" pitchFamily="34" charset="0"/>
              </a:rPr>
              <a:t>nhắn</a:t>
            </a:r>
            <a:r>
              <a:rPr kumimoji="0" lang="en-US" altLang="en-US" sz="1800" b="0" i="0" u="none" strike="noStrike" cap="none" normalizeH="0" baseline="0" dirty="0">
                <a:ln>
                  <a:noFill/>
                </a:ln>
                <a:solidFill>
                  <a:schemeClr val="tx1"/>
                </a:solidFill>
                <a:effectLst/>
                <a:latin typeface="Arial" panose="020B0604020202020204" pitchFamily="34" charset="0"/>
              </a:rPr>
              <a:t> tin </a:t>
            </a:r>
            <a:r>
              <a:rPr kumimoji="0" lang="en-US" altLang="en-US" sz="1800" b="0" i="0" u="none" strike="noStrike" cap="none" normalizeH="0" baseline="0" dirty="0" err="1">
                <a:ln>
                  <a:noFill/>
                </a:ln>
                <a:solidFill>
                  <a:schemeClr val="tx1"/>
                </a:solidFill>
                <a:effectLst/>
                <a:latin typeface="Arial" panose="020B0604020202020204" pitchFamily="34" charset="0"/>
              </a:rPr>
              <a:t>hỗ</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trợ</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Hiển </a:t>
            </a:r>
            <a:r>
              <a:rPr kumimoji="0" lang="en-US" altLang="en-US" sz="1800" b="0" i="0" u="none" strike="noStrike" cap="none" normalizeH="0" baseline="0" dirty="0" err="1">
                <a:ln>
                  <a:noFill/>
                </a:ln>
                <a:solidFill>
                  <a:schemeClr val="tx1"/>
                </a:solidFill>
                <a:effectLst/>
                <a:latin typeface="Arial" panose="020B0604020202020204" pitchFamily="34" charset="0"/>
              </a:rPr>
              <a:t>thị</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thông</a:t>
            </a:r>
            <a:r>
              <a:rPr kumimoji="0" lang="en-US" altLang="en-US" sz="1800" b="0" i="0" u="none" strike="noStrike" cap="none" normalizeH="0" baseline="0" dirty="0">
                <a:ln>
                  <a:noFill/>
                </a:ln>
                <a:solidFill>
                  <a:schemeClr val="tx1"/>
                </a:solidFill>
                <a:effectLst/>
                <a:latin typeface="Arial" panose="020B0604020202020204" pitchFamily="34" charset="0"/>
              </a:rPr>
              <a:t> tin chi </a:t>
            </a:r>
            <a:r>
              <a:rPr kumimoji="0" lang="en-US" altLang="en-US" sz="1800" b="0" i="0" u="none" strike="noStrike" cap="none" normalizeH="0" baseline="0" dirty="0" err="1">
                <a:ln>
                  <a:noFill/>
                </a:ln>
                <a:solidFill>
                  <a:schemeClr val="tx1"/>
                </a:solidFill>
                <a:effectLst/>
                <a:latin typeface="Arial" panose="020B0604020202020204" pitchFamily="34" charset="0"/>
              </a:rPr>
              <a:t>tiết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phẩm</a:t>
            </a: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dịch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vụ</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55626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CC873-811C-DA75-7F07-64CBF956B23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D66F5F6-7E92-BFFF-F3B0-443958C028D9}"/>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3" name="Footer Placeholder 2">
            <a:extLst>
              <a:ext uri="{FF2B5EF4-FFF2-40B4-BE49-F238E27FC236}">
                <a16:creationId xmlns:a16="http://schemas.microsoft.com/office/drawing/2014/main" id="{097CAD11-8700-71F6-6240-207EEC136242}"/>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4" name="Slide Number Placeholder 3">
            <a:extLst>
              <a:ext uri="{FF2B5EF4-FFF2-40B4-BE49-F238E27FC236}">
                <a16:creationId xmlns:a16="http://schemas.microsoft.com/office/drawing/2014/main" id="{AE2BF196-D1E9-AE71-689A-F5D8BCA2AD53}"/>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11</a:t>
            </a:fld>
            <a:endParaRPr lang="en-US" dirty="0"/>
          </a:p>
        </p:txBody>
      </p:sp>
      <p:pic>
        <p:nvPicPr>
          <p:cNvPr id="4102" name="Picture 6">
            <a:extLst>
              <a:ext uri="{FF2B5EF4-FFF2-40B4-BE49-F238E27FC236}">
                <a16:creationId xmlns:a16="http://schemas.microsoft.com/office/drawing/2014/main" id="{2450814A-6C18-E227-6A27-9D942F3889C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1999" y="649932"/>
            <a:ext cx="10715357" cy="5615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1256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A2A4E-9BF9-DBB9-99F7-FF9197B6C4B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FE652C7-517F-292F-F708-11895705FC82}"/>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3" name="Footer Placeholder 2">
            <a:extLst>
              <a:ext uri="{FF2B5EF4-FFF2-40B4-BE49-F238E27FC236}">
                <a16:creationId xmlns:a16="http://schemas.microsoft.com/office/drawing/2014/main" id="{39C695EC-1241-478B-F748-A0B03AA35C7C}"/>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4" name="Slide Number Placeholder 3">
            <a:extLst>
              <a:ext uri="{FF2B5EF4-FFF2-40B4-BE49-F238E27FC236}">
                <a16:creationId xmlns:a16="http://schemas.microsoft.com/office/drawing/2014/main" id="{82F27FFF-54DD-4D06-4624-4582AAE9D2CC}"/>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12</a:t>
            </a:fld>
            <a:endParaRPr lang="en-US" dirty="0"/>
          </a:p>
        </p:txBody>
      </p:sp>
      <p:pic>
        <p:nvPicPr>
          <p:cNvPr id="6146" name="Picture 2">
            <a:extLst>
              <a:ext uri="{FF2B5EF4-FFF2-40B4-BE49-F238E27FC236}">
                <a16:creationId xmlns:a16="http://schemas.microsoft.com/office/drawing/2014/main" id="{35B0D510-5694-E741-1864-459D3604C8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7354" y="559445"/>
            <a:ext cx="10660454" cy="5659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8985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D023A-0239-D827-2933-19D9FE4F39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1D7160-8A88-2276-3186-631EAC95A99C}"/>
              </a:ext>
            </a:extLst>
          </p:cNvPr>
          <p:cNvSpPr>
            <a:spLocks noGrp="1"/>
          </p:cNvSpPr>
          <p:nvPr>
            <p:ph type="ctrTitle"/>
          </p:nvPr>
        </p:nvSpPr>
        <p:spPr>
          <a:xfrm>
            <a:off x="4035535" y="1966952"/>
            <a:ext cx="6124619" cy="2286000"/>
          </a:xfrm>
        </p:spPr>
        <p:txBody>
          <a:bodyPr/>
          <a:lstStyle/>
          <a:p>
            <a:r>
              <a:rPr lang="vi-VN" dirty="0"/>
              <a:t>4- Triển khai ứng dụng</a:t>
            </a:r>
          </a:p>
        </p:txBody>
      </p:sp>
      <p:sp>
        <p:nvSpPr>
          <p:cNvPr id="25" name="Subtitle 24">
            <a:extLst>
              <a:ext uri="{FF2B5EF4-FFF2-40B4-BE49-F238E27FC236}">
                <a16:creationId xmlns:a16="http://schemas.microsoft.com/office/drawing/2014/main" id="{9B7293BE-9743-9F7F-C722-D5EF59748C6C}"/>
              </a:ext>
            </a:extLst>
          </p:cNvPr>
          <p:cNvSpPr>
            <a:spLocks noGrp="1"/>
          </p:cNvSpPr>
          <p:nvPr>
            <p:ph type="subTitle" idx="1"/>
          </p:nvPr>
        </p:nvSpPr>
        <p:spPr>
          <a:xfrm>
            <a:off x="5334000" y="4571999"/>
            <a:ext cx="4594502" cy="1524000"/>
          </a:xfrm>
        </p:spPr>
        <p:txBody>
          <a:bodyPr/>
          <a:lstStyle/>
          <a:p>
            <a:r>
              <a:rPr lang="en-US" dirty="0"/>
              <a:t>Subtitle</a:t>
            </a:r>
          </a:p>
        </p:txBody>
      </p:sp>
      <p:pic>
        <p:nvPicPr>
          <p:cNvPr id="18" name="Picture Placeholder 17" descr="Coffee on a wooden table with water ">
            <a:extLst>
              <a:ext uri="{FF2B5EF4-FFF2-40B4-BE49-F238E27FC236}">
                <a16:creationId xmlns:a16="http://schemas.microsoft.com/office/drawing/2014/main" id="{081F25D1-3A38-799A-84D2-57A2E5C4BE9D}"/>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0" y="2"/>
            <a:ext cx="2915897" cy="3150803"/>
          </a:xfrm>
        </p:spPr>
      </p:pic>
      <p:pic>
        <p:nvPicPr>
          <p:cNvPr id="20" name="Picture Placeholder 19" descr="A plate of food and a cup of coffee on a table">
            <a:extLst>
              <a:ext uri="{FF2B5EF4-FFF2-40B4-BE49-F238E27FC236}">
                <a16:creationId xmlns:a16="http://schemas.microsoft.com/office/drawing/2014/main" id="{DDDF2B87-FAC3-902F-7119-E87CE743EF27}"/>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3824588" y="0"/>
            <a:ext cx="5820494" cy="2008700"/>
          </a:xfrm>
        </p:spPr>
      </p:pic>
      <p:pic>
        <p:nvPicPr>
          <p:cNvPr id="31" name="Picture Placeholder 30" descr="A couple of cups of coffee on a table in blue cups&#10;">
            <a:extLst>
              <a:ext uri="{FF2B5EF4-FFF2-40B4-BE49-F238E27FC236}">
                <a16:creationId xmlns:a16="http://schemas.microsoft.com/office/drawing/2014/main" id="{90A9701C-3F1E-F534-0F49-1D809C23D65D}"/>
              </a:ext>
            </a:extLst>
          </p:cNvPr>
          <p:cNvPicPr>
            <a:picLocks noGrp="1" noChangeAspect="1"/>
          </p:cNvPicPr>
          <p:nvPr>
            <p:ph type="pic" sz="quarter" idx="16"/>
          </p:nvPr>
        </p:nvPicPr>
        <p:blipFill rotWithShape="1">
          <a:blip r:embed="rId4" cstate="screen">
            <a:extLst>
              <a:ext uri="{28A0092B-C50C-407E-A947-70E740481C1C}">
                <a14:useLocalDpi xmlns:a14="http://schemas.microsoft.com/office/drawing/2010/main" val="0"/>
              </a:ext>
            </a:extLst>
          </a:blip>
          <a:srcRect/>
          <a:stretch/>
        </p:blipFill>
        <p:spPr>
          <a:xfrm>
            <a:off x="1" y="3134141"/>
            <a:ext cx="4548543" cy="3723859"/>
          </a:xfrm>
        </p:spPr>
      </p:pic>
      <p:pic>
        <p:nvPicPr>
          <p:cNvPr id="33" name="Picture Placeholder 32" descr="Coffee Beans">
            <a:extLst>
              <a:ext uri="{FF2B5EF4-FFF2-40B4-BE49-F238E27FC236}">
                <a16:creationId xmlns:a16="http://schemas.microsoft.com/office/drawing/2014/main" id="{76123163-C33A-DDAF-2853-464FD905D97A}"/>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a:stretch/>
        </p:blipFill>
        <p:spPr>
          <a:xfrm>
            <a:off x="9889048" y="314073"/>
            <a:ext cx="2302952" cy="5820494"/>
          </a:xfrm>
        </p:spPr>
      </p:pic>
      <p:sp>
        <p:nvSpPr>
          <p:cNvPr id="35" name="Freeform: Shape 34">
            <a:extLst>
              <a:ext uri="{FF2B5EF4-FFF2-40B4-BE49-F238E27FC236}">
                <a16:creationId xmlns:a16="http://schemas.microsoft.com/office/drawing/2014/main" id="{7DC91539-94EB-2DCC-9564-F62DDB2D64C3}"/>
              </a:ext>
              <a:ext uri="{C183D7F6-B498-43B3-948B-1728B52AA6E4}">
                <adec:decorative xmlns:adec="http://schemas.microsoft.com/office/drawing/2017/decorative" val="1"/>
              </a:ext>
            </a:extLst>
          </p:cNvPr>
          <p:cNvSpPr/>
          <p:nvPr/>
        </p:nvSpPr>
        <p:spPr>
          <a:xfrm flipH="1" flipV="1">
            <a:off x="0" y="3234590"/>
            <a:ext cx="4819650" cy="3623786"/>
          </a:xfrm>
          <a:custGeom>
            <a:avLst/>
            <a:gdLst>
              <a:gd name="connsiteX0" fmla="*/ 520805 w 4496214"/>
              <a:gd name="connsiteY0" fmla="*/ 0 h 4712444"/>
              <a:gd name="connsiteX1" fmla="*/ 4496214 w 4496214"/>
              <a:gd name="connsiteY1" fmla="*/ 0 h 4712444"/>
              <a:gd name="connsiteX2" fmla="*/ 4496214 w 4496214"/>
              <a:gd name="connsiteY2" fmla="*/ 2870874 h 4712444"/>
              <a:gd name="connsiteX3" fmla="*/ 4327504 w 4496214"/>
              <a:gd name="connsiteY3" fmla="*/ 2986301 h 4712444"/>
              <a:gd name="connsiteX4" fmla="*/ 4128523 w 4496214"/>
              <a:gd name="connsiteY4" fmla="*/ 3121316 h 4712444"/>
              <a:gd name="connsiteX5" fmla="*/ 1946719 w 4496214"/>
              <a:gd name="connsiteY5" fmla="*/ 4514203 h 4712444"/>
              <a:gd name="connsiteX6" fmla="*/ 393090 w 4496214"/>
              <a:gd name="connsiteY6" fmla="*/ 4234003 h 4712444"/>
              <a:gd name="connsiteX7" fmla="*/ 62 w 4496214"/>
              <a:gd name="connsiteY7" fmla="*/ 2727368 h 4712444"/>
              <a:gd name="connsiteX8" fmla="*/ 513680 w 4496214"/>
              <a:gd name="connsiteY8" fmla="*/ 17175 h 4712444"/>
              <a:gd name="connsiteX0" fmla="*/ 4496214 w 4496214"/>
              <a:gd name="connsiteY0" fmla="*/ 0 h 4712444"/>
              <a:gd name="connsiteX1" fmla="*/ 4496214 w 4496214"/>
              <a:gd name="connsiteY1" fmla="*/ 2870874 h 4712444"/>
              <a:gd name="connsiteX2" fmla="*/ 4327504 w 4496214"/>
              <a:gd name="connsiteY2" fmla="*/ 2986301 h 4712444"/>
              <a:gd name="connsiteX3" fmla="*/ 4128523 w 4496214"/>
              <a:gd name="connsiteY3" fmla="*/ 3121316 h 4712444"/>
              <a:gd name="connsiteX4" fmla="*/ 1946719 w 4496214"/>
              <a:gd name="connsiteY4" fmla="*/ 4514203 h 4712444"/>
              <a:gd name="connsiteX5" fmla="*/ 393090 w 4496214"/>
              <a:gd name="connsiteY5" fmla="*/ 4234003 h 4712444"/>
              <a:gd name="connsiteX6" fmla="*/ 62 w 4496214"/>
              <a:gd name="connsiteY6" fmla="*/ 2727368 h 4712444"/>
              <a:gd name="connsiteX7" fmla="*/ 513680 w 4496214"/>
              <a:gd name="connsiteY7" fmla="*/ 17175 h 4712444"/>
              <a:gd name="connsiteX8" fmla="*/ 610729 w 4496214"/>
              <a:gd name="connsiteY8" fmla="*/ 94249 h 4712444"/>
              <a:gd name="connsiteX0" fmla="*/ 4496214 w 4496214"/>
              <a:gd name="connsiteY0" fmla="*/ 2853983 h 4695553"/>
              <a:gd name="connsiteX1" fmla="*/ 4327504 w 4496214"/>
              <a:gd name="connsiteY1" fmla="*/ 2969410 h 4695553"/>
              <a:gd name="connsiteX2" fmla="*/ 4128523 w 4496214"/>
              <a:gd name="connsiteY2" fmla="*/ 3104425 h 4695553"/>
              <a:gd name="connsiteX3" fmla="*/ 1946719 w 4496214"/>
              <a:gd name="connsiteY3" fmla="*/ 4497312 h 4695553"/>
              <a:gd name="connsiteX4" fmla="*/ 393090 w 4496214"/>
              <a:gd name="connsiteY4" fmla="*/ 4217112 h 4695553"/>
              <a:gd name="connsiteX5" fmla="*/ 62 w 4496214"/>
              <a:gd name="connsiteY5" fmla="*/ 2710477 h 4695553"/>
              <a:gd name="connsiteX6" fmla="*/ 513680 w 4496214"/>
              <a:gd name="connsiteY6" fmla="*/ 284 h 4695553"/>
              <a:gd name="connsiteX7" fmla="*/ 610729 w 4496214"/>
              <a:gd name="connsiteY7" fmla="*/ 77358 h 4695553"/>
              <a:gd name="connsiteX0" fmla="*/ 4496214 w 4496214"/>
              <a:gd name="connsiteY0" fmla="*/ 2853699 h 4695269"/>
              <a:gd name="connsiteX1" fmla="*/ 4327504 w 4496214"/>
              <a:gd name="connsiteY1" fmla="*/ 2969126 h 4695269"/>
              <a:gd name="connsiteX2" fmla="*/ 4128523 w 4496214"/>
              <a:gd name="connsiteY2" fmla="*/ 3104141 h 4695269"/>
              <a:gd name="connsiteX3" fmla="*/ 1946719 w 4496214"/>
              <a:gd name="connsiteY3" fmla="*/ 4497028 h 4695269"/>
              <a:gd name="connsiteX4" fmla="*/ 393090 w 4496214"/>
              <a:gd name="connsiteY4" fmla="*/ 4216828 h 4695269"/>
              <a:gd name="connsiteX5" fmla="*/ 62 w 4496214"/>
              <a:gd name="connsiteY5" fmla="*/ 2710193 h 4695269"/>
              <a:gd name="connsiteX6" fmla="*/ 513680 w 4496214"/>
              <a:gd name="connsiteY6" fmla="*/ 0 h 4695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6214" h="4695269">
                <a:moveTo>
                  <a:pt x="4496214" y="2853699"/>
                </a:moveTo>
                <a:lnTo>
                  <a:pt x="4327504" y="2969126"/>
                </a:lnTo>
                <a:lnTo>
                  <a:pt x="4128523" y="3104141"/>
                </a:lnTo>
                <a:cubicBezTo>
                  <a:pt x="3416510" y="3596007"/>
                  <a:pt x="2702940" y="4086860"/>
                  <a:pt x="1946719" y="4497028"/>
                </a:cubicBezTo>
                <a:cubicBezTo>
                  <a:pt x="1506382" y="4736123"/>
                  <a:pt x="872113" y="4874226"/>
                  <a:pt x="393090" y="4216828"/>
                </a:cubicBezTo>
                <a:cubicBezTo>
                  <a:pt x="73281" y="3777627"/>
                  <a:pt x="-2478" y="3192354"/>
                  <a:pt x="62" y="2710193"/>
                </a:cubicBezTo>
                <a:cubicBezTo>
                  <a:pt x="5227" y="1733619"/>
                  <a:pt x="200135" y="801687"/>
                  <a:pt x="513680"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
        <p:nvSpPr>
          <p:cNvPr id="37" name="Freeform: Shape 36">
            <a:extLst>
              <a:ext uri="{FF2B5EF4-FFF2-40B4-BE49-F238E27FC236}">
                <a16:creationId xmlns:a16="http://schemas.microsoft.com/office/drawing/2014/main" id="{82667360-4A1F-43C4-8F6E-4588D12F5AC4}"/>
              </a:ext>
              <a:ext uri="{C183D7F6-B498-43B3-948B-1728B52AA6E4}">
                <adec:decorative xmlns:adec="http://schemas.microsoft.com/office/drawing/2017/decorative" val="1"/>
              </a:ext>
            </a:extLst>
          </p:cNvPr>
          <p:cNvSpPr/>
          <p:nvPr/>
        </p:nvSpPr>
        <p:spPr>
          <a:xfrm rot="10800000" flipH="1" flipV="1">
            <a:off x="-2411" y="0"/>
            <a:ext cx="2981385" cy="3186211"/>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596136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91067B3-777C-430E-B0BE-B532F38EAF33}"/>
              </a:ext>
            </a:extLst>
          </p:cNvPr>
          <p:cNvSpPr>
            <a:spLocks noGrp="1"/>
          </p:cNvSpPr>
          <p:nvPr>
            <p:ph type="title"/>
          </p:nvPr>
        </p:nvSpPr>
        <p:spPr>
          <a:xfrm>
            <a:off x="0" y="-23751"/>
            <a:ext cx="3242441" cy="1524000"/>
          </a:xfrm>
        </p:spPr>
        <p:txBody>
          <a:bodyPr/>
          <a:lstStyle/>
          <a:p>
            <a:r>
              <a:rPr lang="vi-VN" dirty="0"/>
              <a:t>Đăng nhập</a:t>
            </a:r>
            <a:endParaRPr lang="en-US" dirty="0"/>
          </a:p>
        </p:txBody>
      </p:sp>
      <p:sp>
        <p:nvSpPr>
          <p:cNvPr id="3" name="Date Placeholder 2">
            <a:extLst>
              <a:ext uri="{FF2B5EF4-FFF2-40B4-BE49-F238E27FC236}">
                <a16:creationId xmlns:a16="http://schemas.microsoft.com/office/drawing/2014/main" id="{5AC5B968-164D-459D-AE14-D81FE2D09BAB}"/>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5" name="Slide Number Placeholder 4">
            <a:extLst>
              <a:ext uri="{FF2B5EF4-FFF2-40B4-BE49-F238E27FC236}">
                <a16:creationId xmlns:a16="http://schemas.microsoft.com/office/drawing/2014/main" id="{8DEF18CC-FFF0-4445-8902-DB8E13313AE2}"/>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14</a:t>
            </a:fld>
            <a:endParaRPr lang="en-US" dirty="0"/>
          </a:p>
        </p:txBody>
      </p:sp>
      <p:pic>
        <p:nvPicPr>
          <p:cNvPr id="9" name="Content Placeholder 8">
            <a:extLst>
              <a:ext uri="{FF2B5EF4-FFF2-40B4-BE49-F238E27FC236}">
                <a16:creationId xmlns:a16="http://schemas.microsoft.com/office/drawing/2014/main" id="{2D088EB1-BEBE-9C24-3737-B3831A4AB686}"/>
              </a:ext>
            </a:extLst>
          </p:cNvPr>
          <p:cNvPicPr>
            <a:picLocks noGrp="1" noChangeAspect="1"/>
          </p:cNvPicPr>
          <p:nvPr>
            <p:ph idx="1"/>
          </p:nvPr>
        </p:nvPicPr>
        <p:blipFill>
          <a:blip r:embed="rId2"/>
          <a:stretch>
            <a:fillRect/>
          </a:stretch>
        </p:blipFill>
        <p:spPr>
          <a:xfrm>
            <a:off x="2919980" y="53699"/>
            <a:ext cx="3067451" cy="6804301"/>
          </a:xfrm>
          <a:prstGeom prst="rect">
            <a:avLst/>
          </a:prstGeom>
        </p:spPr>
      </p:pic>
      <p:sp>
        <p:nvSpPr>
          <p:cNvPr id="10" name="Title 5">
            <a:extLst>
              <a:ext uri="{FF2B5EF4-FFF2-40B4-BE49-F238E27FC236}">
                <a16:creationId xmlns:a16="http://schemas.microsoft.com/office/drawing/2014/main" id="{8856C0B9-3542-DACC-9629-231D4A41EAF9}"/>
              </a:ext>
            </a:extLst>
          </p:cNvPr>
          <p:cNvSpPr txBox="1">
            <a:spLocks/>
          </p:cNvSpPr>
          <p:nvPr/>
        </p:nvSpPr>
        <p:spPr>
          <a:xfrm>
            <a:off x="6096000" y="0"/>
            <a:ext cx="3242441"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dirty="0"/>
              <a:t>Trang chủ</a:t>
            </a:r>
            <a:endParaRPr lang="en-US" dirty="0"/>
          </a:p>
        </p:txBody>
      </p:sp>
      <p:pic>
        <p:nvPicPr>
          <p:cNvPr id="13" name="Picture 12">
            <a:extLst>
              <a:ext uri="{FF2B5EF4-FFF2-40B4-BE49-F238E27FC236}">
                <a16:creationId xmlns:a16="http://schemas.microsoft.com/office/drawing/2014/main" id="{8D496632-1EAD-0614-7B02-76B23B6D8CA8}"/>
              </a:ext>
            </a:extLst>
          </p:cNvPr>
          <p:cNvPicPr>
            <a:picLocks noChangeAspect="1"/>
          </p:cNvPicPr>
          <p:nvPr/>
        </p:nvPicPr>
        <p:blipFill>
          <a:blip r:embed="rId3"/>
          <a:stretch>
            <a:fillRect/>
          </a:stretch>
        </p:blipFill>
        <p:spPr>
          <a:xfrm>
            <a:off x="8946313" y="0"/>
            <a:ext cx="3067452" cy="6858000"/>
          </a:xfrm>
          <a:prstGeom prst="rect">
            <a:avLst/>
          </a:prstGeom>
        </p:spPr>
      </p:pic>
    </p:spTree>
    <p:extLst>
      <p:ext uri="{BB962C8B-B14F-4D97-AF65-F5344CB8AC3E}">
        <p14:creationId xmlns:p14="http://schemas.microsoft.com/office/powerpoint/2010/main" val="4249720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3B82B-BDA6-A8A4-0CC5-98371945B9A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F011DDC-6C13-0842-06CF-8D9F8A7E727A}"/>
              </a:ext>
            </a:extLst>
          </p:cNvPr>
          <p:cNvSpPr>
            <a:spLocks noGrp="1"/>
          </p:cNvSpPr>
          <p:nvPr>
            <p:ph type="title"/>
          </p:nvPr>
        </p:nvSpPr>
        <p:spPr>
          <a:xfrm>
            <a:off x="0" y="-23751"/>
            <a:ext cx="3242441" cy="1524000"/>
          </a:xfrm>
        </p:spPr>
        <p:txBody>
          <a:bodyPr/>
          <a:lstStyle/>
          <a:p>
            <a:r>
              <a:rPr lang="vi-VN" dirty="0"/>
              <a:t>Menu sản phẩm</a:t>
            </a:r>
            <a:endParaRPr lang="en-US" dirty="0"/>
          </a:p>
        </p:txBody>
      </p:sp>
      <p:sp>
        <p:nvSpPr>
          <p:cNvPr id="3" name="Date Placeholder 2">
            <a:extLst>
              <a:ext uri="{FF2B5EF4-FFF2-40B4-BE49-F238E27FC236}">
                <a16:creationId xmlns:a16="http://schemas.microsoft.com/office/drawing/2014/main" id="{6533C4E8-B5A4-4D5B-0C27-44C528B74C2C}"/>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5" name="Slide Number Placeholder 4">
            <a:extLst>
              <a:ext uri="{FF2B5EF4-FFF2-40B4-BE49-F238E27FC236}">
                <a16:creationId xmlns:a16="http://schemas.microsoft.com/office/drawing/2014/main" id="{726B4CCE-7C9D-A017-1C7A-0026229A1688}"/>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15</a:t>
            </a:fld>
            <a:endParaRPr lang="en-US" dirty="0"/>
          </a:p>
        </p:txBody>
      </p:sp>
      <p:pic>
        <p:nvPicPr>
          <p:cNvPr id="9" name="Content Placeholder 8">
            <a:extLst>
              <a:ext uri="{FF2B5EF4-FFF2-40B4-BE49-F238E27FC236}">
                <a16:creationId xmlns:a16="http://schemas.microsoft.com/office/drawing/2014/main" id="{EFBD2DCD-3D2C-539E-30F2-6E7F93309DB9}"/>
              </a:ext>
            </a:extLst>
          </p:cNvPr>
          <p:cNvPicPr>
            <a:picLocks noGrp="1" noChangeAspect="1"/>
          </p:cNvPicPr>
          <p:nvPr>
            <p:ph idx="1"/>
          </p:nvPr>
        </p:nvPicPr>
        <p:blipFill>
          <a:blip r:embed="rId2"/>
          <a:stretch>
            <a:fillRect/>
          </a:stretch>
        </p:blipFill>
        <p:spPr>
          <a:xfrm>
            <a:off x="2919980" y="53699"/>
            <a:ext cx="3067451" cy="6804301"/>
          </a:xfrm>
          <a:prstGeom prst="rect">
            <a:avLst/>
          </a:prstGeom>
        </p:spPr>
      </p:pic>
      <p:sp>
        <p:nvSpPr>
          <p:cNvPr id="10" name="Title 5">
            <a:extLst>
              <a:ext uri="{FF2B5EF4-FFF2-40B4-BE49-F238E27FC236}">
                <a16:creationId xmlns:a16="http://schemas.microsoft.com/office/drawing/2014/main" id="{11E00B1B-6357-8DC7-E073-3B5FC5531003}"/>
              </a:ext>
            </a:extLst>
          </p:cNvPr>
          <p:cNvSpPr txBox="1">
            <a:spLocks/>
          </p:cNvSpPr>
          <p:nvPr/>
        </p:nvSpPr>
        <p:spPr>
          <a:xfrm>
            <a:off x="6366195" y="-23751"/>
            <a:ext cx="3242441"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dirty="0"/>
              <a:t>Chi tiết </a:t>
            </a:r>
            <a:endParaRPr lang="en-US" dirty="0"/>
          </a:p>
        </p:txBody>
      </p:sp>
      <p:pic>
        <p:nvPicPr>
          <p:cNvPr id="13" name="Picture 12">
            <a:extLst>
              <a:ext uri="{FF2B5EF4-FFF2-40B4-BE49-F238E27FC236}">
                <a16:creationId xmlns:a16="http://schemas.microsoft.com/office/drawing/2014/main" id="{06ACFAA3-3BF3-C284-8142-BB8206C36604}"/>
              </a:ext>
            </a:extLst>
          </p:cNvPr>
          <p:cNvPicPr>
            <a:picLocks noChangeAspect="1"/>
          </p:cNvPicPr>
          <p:nvPr/>
        </p:nvPicPr>
        <p:blipFill>
          <a:blip r:embed="rId3"/>
          <a:stretch>
            <a:fillRect/>
          </a:stretch>
        </p:blipFill>
        <p:spPr>
          <a:xfrm>
            <a:off x="8946313" y="0"/>
            <a:ext cx="3067452" cy="6858000"/>
          </a:xfrm>
          <a:prstGeom prst="rect">
            <a:avLst/>
          </a:prstGeom>
        </p:spPr>
      </p:pic>
      <p:pic>
        <p:nvPicPr>
          <p:cNvPr id="4" name="Picture 3">
            <a:extLst>
              <a:ext uri="{FF2B5EF4-FFF2-40B4-BE49-F238E27FC236}">
                <a16:creationId xmlns:a16="http://schemas.microsoft.com/office/drawing/2014/main" id="{B413D8DD-E56E-25F5-6B9F-0E62EBD47D33}"/>
              </a:ext>
            </a:extLst>
          </p:cNvPr>
          <p:cNvPicPr>
            <a:picLocks noChangeAspect="1"/>
          </p:cNvPicPr>
          <p:nvPr/>
        </p:nvPicPr>
        <p:blipFill>
          <a:blip r:embed="rId4"/>
          <a:stretch>
            <a:fillRect/>
          </a:stretch>
        </p:blipFill>
        <p:spPr>
          <a:xfrm>
            <a:off x="2919980" y="-23751"/>
            <a:ext cx="3183931" cy="6858000"/>
          </a:xfrm>
          <a:prstGeom prst="rect">
            <a:avLst/>
          </a:prstGeom>
        </p:spPr>
      </p:pic>
      <p:pic>
        <p:nvPicPr>
          <p:cNvPr id="7" name="Picture 6">
            <a:extLst>
              <a:ext uri="{FF2B5EF4-FFF2-40B4-BE49-F238E27FC236}">
                <a16:creationId xmlns:a16="http://schemas.microsoft.com/office/drawing/2014/main" id="{CA37E8E5-3140-C239-86A3-189D85F29584}"/>
              </a:ext>
            </a:extLst>
          </p:cNvPr>
          <p:cNvPicPr>
            <a:picLocks noChangeAspect="1"/>
          </p:cNvPicPr>
          <p:nvPr/>
        </p:nvPicPr>
        <p:blipFill>
          <a:blip r:embed="rId5"/>
          <a:stretch>
            <a:fillRect/>
          </a:stretch>
        </p:blipFill>
        <p:spPr>
          <a:xfrm>
            <a:off x="8930653" y="0"/>
            <a:ext cx="3177330" cy="6858000"/>
          </a:xfrm>
          <a:prstGeom prst="rect">
            <a:avLst/>
          </a:prstGeom>
        </p:spPr>
      </p:pic>
    </p:spTree>
    <p:extLst>
      <p:ext uri="{BB962C8B-B14F-4D97-AF65-F5344CB8AC3E}">
        <p14:creationId xmlns:p14="http://schemas.microsoft.com/office/powerpoint/2010/main" val="4171964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E9E6A-139C-916C-ED2C-E38C8827EAB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293B7B4-AA04-3802-DFEE-00039E3EBB1A}"/>
              </a:ext>
            </a:extLst>
          </p:cNvPr>
          <p:cNvSpPr>
            <a:spLocks noGrp="1"/>
          </p:cNvSpPr>
          <p:nvPr>
            <p:ph type="title"/>
          </p:nvPr>
        </p:nvSpPr>
        <p:spPr>
          <a:xfrm>
            <a:off x="0" y="-23751"/>
            <a:ext cx="3242441" cy="1524000"/>
          </a:xfrm>
        </p:spPr>
        <p:txBody>
          <a:bodyPr/>
          <a:lstStyle/>
          <a:p>
            <a:r>
              <a:rPr lang="vi-VN" dirty="0"/>
              <a:t>Giỏ hàng</a:t>
            </a:r>
            <a:endParaRPr lang="en-US" dirty="0"/>
          </a:p>
        </p:txBody>
      </p:sp>
      <p:sp>
        <p:nvSpPr>
          <p:cNvPr id="3" name="Date Placeholder 2">
            <a:extLst>
              <a:ext uri="{FF2B5EF4-FFF2-40B4-BE49-F238E27FC236}">
                <a16:creationId xmlns:a16="http://schemas.microsoft.com/office/drawing/2014/main" id="{B9E89097-B765-C5DD-B55B-4850D7060966}"/>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5" name="Slide Number Placeholder 4">
            <a:extLst>
              <a:ext uri="{FF2B5EF4-FFF2-40B4-BE49-F238E27FC236}">
                <a16:creationId xmlns:a16="http://schemas.microsoft.com/office/drawing/2014/main" id="{77E81A5B-E6F9-2078-8F69-F989C19BB81C}"/>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16</a:t>
            </a:fld>
            <a:endParaRPr lang="en-US" dirty="0"/>
          </a:p>
        </p:txBody>
      </p:sp>
      <p:pic>
        <p:nvPicPr>
          <p:cNvPr id="9" name="Content Placeholder 8">
            <a:extLst>
              <a:ext uri="{FF2B5EF4-FFF2-40B4-BE49-F238E27FC236}">
                <a16:creationId xmlns:a16="http://schemas.microsoft.com/office/drawing/2014/main" id="{809312CB-A24D-1EAF-5615-5B86ED6C649A}"/>
              </a:ext>
            </a:extLst>
          </p:cNvPr>
          <p:cNvPicPr>
            <a:picLocks noGrp="1" noChangeAspect="1"/>
          </p:cNvPicPr>
          <p:nvPr>
            <p:ph idx="1"/>
          </p:nvPr>
        </p:nvPicPr>
        <p:blipFill>
          <a:blip r:embed="rId2"/>
          <a:stretch>
            <a:fillRect/>
          </a:stretch>
        </p:blipFill>
        <p:spPr>
          <a:xfrm>
            <a:off x="2919980" y="53699"/>
            <a:ext cx="3067451" cy="6804301"/>
          </a:xfrm>
          <a:prstGeom prst="rect">
            <a:avLst/>
          </a:prstGeom>
        </p:spPr>
      </p:pic>
      <p:sp>
        <p:nvSpPr>
          <p:cNvPr id="10" name="Title 5">
            <a:extLst>
              <a:ext uri="{FF2B5EF4-FFF2-40B4-BE49-F238E27FC236}">
                <a16:creationId xmlns:a16="http://schemas.microsoft.com/office/drawing/2014/main" id="{DFF66693-3223-EDAE-6100-8DA43BDD9601}"/>
              </a:ext>
            </a:extLst>
          </p:cNvPr>
          <p:cNvSpPr txBox="1">
            <a:spLocks/>
          </p:cNvSpPr>
          <p:nvPr/>
        </p:nvSpPr>
        <p:spPr>
          <a:xfrm>
            <a:off x="6096000" y="0"/>
            <a:ext cx="3242441"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dirty="0"/>
              <a:t>Thông tin tài khoản</a:t>
            </a:r>
            <a:endParaRPr lang="en-US" dirty="0"/>
          </a:p>
        </p:txBody>
      </p:sp>
      <p:pic>
        <p:nvPicPr>
          <p:cNvPr id="13" name="Picture 12">
            <a:extLst>
              <a:ext uri="{FF2B5EF4-FFF2-40B4-BE49-F238E27FC236}">
                <a16:creationId xmlns:a16="http://schemas.microsoft.com/office/drawing/2014/main" id="{F493E6E1-4A48-ADD2-FA31-BD399327663C}"/>
              </a:ext>
            </a:extLst>
          </p:cNvPr>
          <p:cNvPicPr>
            <a:picLocks noChangeAspect="1"/>
          </p:cNvPicPr>
          <p:nvPr/>
        </p:nvPicPr>
        <p:blipFill>
          <a:blip r:embed="rId3"/>
          <a:stretch>
            <a:fillRect/>
          </a:stretch>
        </p:blipFill>
        <p:spPr>
          <a:xfrm>
            <a:off x="8946313" y="0"/>
            <a:ext cx="3067452" cy="6858000"/>
          </a:xfrm>
          <a:prstGeom prst="rect">
            <a:avLst/>
          </a:prstGeom>
        </p:spPr>
      </p:pic>
      <p:pic>
        <p:nvPicPr>
          <p:cNvPr id="4" name="Picture 3">
            <a:extLst>
              <a:ext uri="{FF2B5EF4-FFF2-40B4-BE49-F238E27FC236}">
                <a16:creationId xmlns:a16="http://schemas.microsoft.com/office/drawing/2014/main" id="{AC30471C-8D1A-10ED-880B-D831A7AFFE49}"/>
              </a:ext>
            </a:extLst>
          </p:cNvPr>
          <p:cNvPicPr>
            <a:picLocks noChangeAspect="1"/>
          </p:cNvPicPr>
          <p:nvPr/>
        </p:nvPicPr>
        <p:blipFill>
          <a:blip r:embed="rId4"/>
          <a:stretch>
            <a:fillRect/>
          </a:stretch>
        </p:blipFill>
        <p:spPr>
          <a:xfrm>
            <a:off x="2912552" y="0"/>
            <a:ext cx="3158086" cy="6858000"/>
          </a:xfrm>
          <a:prstGeom prst="rect">
            <a:avLst/>
          </a:prstGeom>
        </p:spPr>
      </p:pic>
      <p:pic>
        <p:nvPicPr>
          <p:cNvPr id="8" name="Picture 7">
            <a:extLst>
              <a:ext uri="{FF2B5EF4-FFF2-40B4-BE49-F238E27FC236}">
                <a16:creationId xmlns:a16="http://schemas.microsoft.com/office/drawing/2014/main" id="{DBF2B468-A3DD-D993-B579-62FC371047D7}"/>
              </a:ext>
            </a:extLst>
          </p:cNvPr>
          <p:cNvPicPr>
            <a:picLocks noChangeAspect="1"/>
          </p:cNvPicPr>
          <p:nvPr/>
        </p:nvPicPr>
        <p:blipFill>
          <a:blip r:embed="rId5"/>
          <a:stretch>
            <a:fillRect/>
          </a:stretch>
        </p:blipFill>
        <p:spPr>
          <a:xfrm>
            <a:off x="8878156" y="0"/>
            <a:ext cx="3203766" cy="6858000"/>
          </a:xfrm>
          <a:prstGeom prst="rect">
            <a:avLst/>
          </a:prstGeom>
        </p:spPr>
      </p:pic>
    </p:spTree>
    <p:extLst>
      <p:ext uri="{BB962C8B-B14F-4D97-AF65-F5344CB8AC3E}">
        <p14:creationId xmlns:p14="http://schemas.microsoft.com/office/powerpoint/2010/main" val="4234498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22387-E222-CBBA-6C0C-49970C7797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C596D8F-F53E-1F94-7725-75E5ED4B7919}"/>
              </a:ext>
            </a:extLst>
          </p:cNvPr>
          <p:cNvSpPr>
            <a:spLocks noGrp="1"/>
          </p:cNvSpPr>
          <p:nvPr>
            <p:ph type="title"/>
          </p:nvPr>
        </p:nvSpPr>
        <p:spPr>
          <a:xfrm>
            <a:off x="0" y="-23751"/>
            <a:ext cx="3242441" cy="1524000"/>
          </a:xfrm>
        </p:spPr>
        <p:txBody>
          <a:bodyPr/>
          <a:lstStyle/>
          <a:p>
            <a:r>
              <a:rPr lang="vi-VN" dirty="0"/>
              <a:t>Tài khoản</a:t>
            </a:r>
            <a:br>
              <a:rPr lang="vi-VN" dirty="0"/>
            </a:br>
            <a:endParaRPr lang="en-US" dirty="0"/>
          </a:p>
        </p:txBody>
      </p:sp>
      <p:sp>
        <p:nvSpPr>
          <p:cNvPr id="3" name="Date Placeholder 2">
            <a:extLst>
              <a:ext uri="{FF2B5EF4-FFF2-40B4-BE49-F238E27FC236}">
                <a16:creationId xmlns:a16="http://schemas.microsoft.com/office/drawing/2014/main" id="{C1913BF0-DBE6-E122-E445-91ED27EC9EB7}"/>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5" name="Slide Number Placeholder 4">
            <a:extLst>
              <a:ext uri="{FF2B5EF4-FFF2-40B4-BE49-F238E27FC236}">
                <a16:creationId xmlns:a16="http://schemas.microsoft.com/office/drawing/2014/main" id="{A5443392-B54E-B793-B465-3E9E7D8BBC15}"/>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17</a:t>
            </a:fld>
            <a:endParaRPr lang="en-US" dirty="0"/>
          </a:p>
        </p:txBody>
      </p:sp>
      <p:pic>
        <p:nvPicPr>
          <p:cNvPr id="9" name="Content Placeholder 8">
            <a:extLst>
              <a:ext uri="{FF2B5EF4-FFF2-40B4-BE49-F238E27FC236}">
                <a16:creationId xmlns:a16="http://schemas.microsoft.com/office/drawing/2014/main" id="{D4AEA4EA-E28E-F4CB-C371-B9BDDEFF9662}"/>
              </a:ext>
            </a:extLst>
          </p:cNvPr>
          <p:cNvPicPr>
            <a:picLocks noGrp="1" noChangeAspect="1"/>
          </p:cNvPicPr>
          <p:nvPr>
            <p:ph idx="1"/>
          </p:nvPr>
        </p:nvPicPr>
        <p:blipFill>
          <a:blip r:embed="rId2"/>
          <a:stretch>
            <a:fillRect/>
          </a:stretch>
        </p:blipFill>
        <p:spPr>
          <a:xfrm>
            <a:off x="2919980" y="53699"/>
            <a:ext cx="3067451" cy="6804301"/>
          </a:xfrm>
          <a:prstGeom prst="rect">
            <a:avLst/>
          </a:prstGeom>
        </p:spPr>
      </p:pic>
      <p:sp>
        <p:nvSpPr>
          <p:cNvPr id="10" name="Title 5">
            <a:extLst>
              <a:ext uri="{FF2B5EF4-FFF2-40B4-BE49-F238E27FC236}">
                <a16:creationId xmlns:a16="http://schemas.microsoft.com/office/drawing/2014/main" id="{2CC39AAE-67DF-5379-ED4D-01F6C1A0D2A3}"/>
              </a:ext>
            </a:extLst>
          </p:cNvPr>
          <p:cNvSpPr txBox="1">
            <a:spLocks/>
          </p:cNvSpPr>
          <p:nvPr/>
        </p:nvSpPr>
        <p:spPr>
          <a:xfrm>
            <a:off x="6096000" y="0"/>
            <a:ext cx="3242441"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dirty="0"/>
              <a:t>Thống kê doanh thu</a:t>
            </a:r>
            <a:endParaRPr lang="en-US" dirty="0"/>
          </a:p>
        </p:txBody>
      </p:sp>
      <p:pic>
        <p:nvPicPr>
          <p:cNvPr id="13" name="Picture 12">
            <a:extLst>
              <a:ext uri="{FF2B5EF4-FFF2-40B4-BE49-F238E27FC236}">
                <a16:creationId xmlns:a16="http://schemas.microsoft.com/office/drawing/2014/main" id="{1992723A-D795-DCBD-E5E0-4C3F28F305ED}"/>
              </a:ext>
            </a:extLst>
          </p:cNvPr>
          <p:cNvPicPr>
            <a:picLocks noChangeAspect="1"/>
          </p:cNvPicPr>
          <p:nvPr/>
        </p:nvPicPr>
        <p:blipFill>
          <a:blip r:embed="rId3"/>
          <a:stretch>
            <a:fillRect/>
          </a:stretch>
        </p:blipFill>
        <p:spPr>
          <a:xfrm>
            <a:off x="8946313" y="0"/>
            <a:ext cx="3067452" cy="6858000"/>
          </a:xfrm>
          <a:prstGeom prst="rect">
            <a:avLst/>
          </a:prstGeom>
        </p:spPr>
      </p:pic>
      <p:pic>
        <p:nvPicPr>
          <p:cNvPr id="4" name="Picture 3">
            <a:extLst>
              <a:ext uri="{FF2B5EF4-FFF2-40B4-BE49-F238E27FC236}">
                <a16:creationId xmlns:a16="http://schemas.microsoft.com/office/drawing/2014/main" id="{0CA2C551-8D07-0C08-203E-46AF45885BB0}"/>
              </a:ext>
            </a:extLst>
          </p:cNvPr>
          <p:cNvPicPr>
            <a:picLocks noChangeAspect="1"/>
          </p:cNvPicPr>
          <p:nvPr/>
        </p:nvPicPr>
        <p:blipFill>
          <a:blip r:embed="rId4"/>
          <a:stretch>
            <a:fillRect/>
          </a:stretch>
        </p:blipFill>
        <p:spPr>
          <a:xfrm>
            <a:off x="2853559" y="0"/>
            <a:ext cx="3244727" cy="6858000"/>
          </a:xfrm>
          <a:prstGeom prst="rect">
            <a:avLst/>
          </a:prstGeom>
        </p:spPr>
      </p:pic>
      <p:pic>
        <p:nvPicPr>
          <p:cNvPr id="8" name="Picture 7">
            <a:extLst>
              <a:ext uri="{FF2B5EF4-FFF2-40B4-BE49-F238E27FC236}">
                <a16:creationId xmlns:a16="http://schemas.microsoft.com/office/drawing/2014/main" id="{DEEF650B-6EDF-675C-1A27-C98AA3DEDAAD}"/>
              </a:ext>
            </a:extLst>
          </p:cNvPr>
          <p:cNvPicPr>
            <a:picLocks noChangeAspect="1"/>
          </p:cNvPicPr>
          <p:nvPr/>
        </p:nvPicPr>
        <p:blipFill>
          <a:blip r:embed="rId5"/>
          <a:stretch>
            <a:fillRect/>
          </a:stretch>
        </p:blipFill>
        <p:spPr>
          <a:xfrm>
            <a:off x="8946313" y="-70835"/>
            <a:ext cx="3200400" cy="6858000"/>
          </a:xfrm>
          <a:prstGeom prst="rect">
            <a:avLst/>
          </a:prstGeom>
        </p:spPr>
      </p:pic>
    </p:spTree>
    <p:extLst>
      <p:ext uri="{BB962C8B-B14F-4D97-AF65-F5344CB8AC3E}">
        <p14:creationId xmlns:p14="http://schemas.microsoft.com/office/powerpoint/2010/main" val="1045017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FC7D7-0719-D28D-FBC8-654A73E3838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378EA46-99A2-66CC-1C97-721DCA4ADB75}"/>
              </a:ext>
            </a:extLst>
          </p:cNvPr>
          <p:cNvSpPr>
            <a:spLocks noGrp="1"/>
          </p:cNvSpPr>
          <p:nvPr>
            <p:ph type="title"/>
          </p:nvPr>
        </p:nvSpPr>
        <p:spPr>
          <a:xfrm>
            <a:off x="0" y="-23751"/>
            <a:ext cx="3242441" cy="1524000"/>
          </a:xfrm>
        </p:spPr>
        <p:txBody>
          <a:bodyPr/>
          <a:lstStyle/>
          <a:p>
            <a:r>
              <a:rPr lang="vi-VN" dirty="0"/>
              <a:t>Quản lý  </a:t>
            </a:r>
            <a:br>
              <a:rPr lang="vi-VN" dirty="0"/>
            </a:br>
            <a:r>
              <a:rPr lang="vi-VN" dirty="0"/>
              <a:t>sản phẩm</a:t>
            </a:r>
            <a:endParaRPr lang="en-US" dirty="0"/>
          </a:p>
        </p:txBody>
      </p:sp>
      <p:sp>
        <p:nvSpPr>
          <p:cNvPr id="3" name="Date Placeholder 2">
            <a:extLst>
              <a:ext uri="{FF2B5EF4-FFF2-40B4-BE49-F238E27FC236}">
                <a16:creationId xmlns:a16="http://schemas.microsoft.com/office/drawing/2014/main" id="{DD02E7A4-6A9B-B0DE-A654-B7A3D400BE4D}"/>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5" name="Slide Number Placeholder 4">
            <a:extLst>
              <a:ext uri="{FF2B5EF4-FFF2-40B4-BE49-F238E27FC236}">
                <a16:creationId xmlns:a16="http://schemas.microsoft.com/office/drawing/2014/main" id="{B7A655FA-8EAC-4086-6F8B-9922A101A5CC}"/>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18</a:t>
            </a:fld>
            <a:endParaRPr lang="en-US" dirty="0"/>
          </a:p>
        </p:txBody>
      </p:sp>
      <p:pic>
        <p:nvPicPr>
          <p:cNvPr id="9" name="Content Placeholder 8">
            <a:extLst>
              <a:ext uri="{FF2B5EF4-FFF2-40B4-BE49-F238E27FC236}">
                <a16:creationId xmlns:a16="http://schemas.microsoft.com/office/drawing/2014/main" id="{2A09BDAD-1913-42A0-D6AC-4E5906BBC15B}"/>
              </a:ext>
            </a:extLst>
          </p:cNvPr>
          <p:cNvPicPr>
            <a:picLocks noGrp="1" noChangeAspect="1"/>
          </p:cNvPicPr>
          <p:nvPr>
            <p:ph idx="1"/>
          </p:nvPr>
        </p:nvPicPr>
        <p:blipFill>
          <a:blip r:embed="rId2"/>
          <a:stretch>
            <a:fillRect/>
          </a:stretch>
        </p:blipFill>
        <p:spPr>
          <a:xfrm>
            <a:off x="2919980" y="53699"/>
            <a:ext cx="3067451" cy="6804301"/>
          </a:xfrm>
          <a:prstGeom prst="rect">
            <a:avLst/>
          </a:prstGeom>
        </p:spPr>
      </p:pic>
      <p:sp>
        <p:nvSpPr>
          <p:cNvPr id="10" name="Title 5">
            <a:extLst>
              <a:ext uri="{FF2B5EF4-FFF2-40B4-BE49-F238E27FC236}">
                <a16:creationId xmlns:a16="http://schemas.microsoft.com/office/drawing/2014/main" id="{CB630141-C117-4482-B57F-CEBF2CAFACB4}"/>
              </a:ext>
            </a:extLst>
          </p:cNvPr>
          <p:cNvSpPr txBox="1">
            <a:spLocks/>
          </p:cNvSpPr>
          <p:nvPr/>
        </p:nvSpPr>
        <p:spPr>
          <a:xfrm>
            <a:off x="6096000" y="0"/>
            <a:ext cx="3242441" cy="1524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vi-VN" dirty="0"/>
              <a:t>Thêm sản phẩm</a:t>
            </a:r>
            <a:endParaRPr lang="en-US" dirty="0"/>
          </a:p>
        </p:txBody>
      </p:sp>
      <p:pic>
        <p:nvPicPr>
          <p:cNvPr id="13" name="Picture 12">
            <a:extLst>
              <a:ext uri="{FF2B5EF4-FFF2-40B4-BE49-F238E27FC236}">
                <a16:creationId xmlns:a16="http://schemas.microsoft.com/office/drawing/2014/main" id="{4778182B-D028-2C84-018F-65173948D5AC}"/>
              </a:ext>
            </a:extLst>
          </p:cNvPr>
          <p:cNvPicPr>
            <a:picLocks noChangeAspect="1"/>
          </p:cNvPicPr>
          <p:nvPr/>
        </p:nvPicPr>
        <p:blipFill>
          <a:blip r:embed="rId3"/>
          <a:stretch>
            <a:fillRect/>
          </a:stretch>
        </p:blipFill>
        <p:spPr>
          <a:xfrm>
            <a:off x="8946313" y="0"/>
            <a:ext cx="3067452" cy="6858000"/>
          </a:xfrm>
          <a:prstGeom prst="rect">
            <a:avLst/>
          </a:prstGeom>
        </p:spPr>
      </p:pic>
      <p:pic>
        <p:nvPicPr>
          <p:cNvPr id="4" name="Picture 3">
            <a:extLst>
              <a:ext uri="{FF2B5EF4-FFF2-40B4-BE49-F238E27FC236}">
                <a16:creationId xmlns:a16="http://schemas.microsoft.com/office/drawing/2014/main" id="{88642552-0C78-FC51-7C84-74C9C546B9DC}"/>
              </a:ext>
            </a:extLst>
          </p:cNvPr>
          <p:cNvPicPr>
            <a:picLocks noChangeAspect="1"/>
          </p:cNvPicPr>
          <p:nvPr/>
        </p:nvPicPr>
        <p:blipFill>
          <a:blip r:embed="rId4"/>
          <a:stretch>
            <a:fillRect/>
          </a:stretch>
        </p:blipFill>
        <p:spPr>
          <a:xfrm>
            <a:off x="2815102" y="-23751"/>
            <a:ext cx="3226614" cy="6858000"/>
          </a:xfrm>
          <a:prstGeom prst="rect">
            <a:avLst/>
          </a:prstGeom>
        </p:spPr>
      </p:pic>
      <p:pic>
        <p:nvPicPr>
          <p:cNvPr id="8" name="Picture 7">
            <a:extLst>
              <a:ext uri="{FF2B5EF4-FFF2-40B4-BE49-F238E27FC236}">
                <a16:creationId xmlns:a16="http://schemas.microsoft.com/office/drawing/2014/main" id="{6756A6C7-C4F9-C484-AF6A-E30042958C4F}"/>
              </a:ext>
            </a:extLst>
          </p:cNvPr>
          <p:cNvPicPr>
            <a:picLocks noChangeAspect="1"/>
          </p:cNvPicPr>
          <p:nvPr/>
        </p:nvPicPr>
        <p:blipFill>
          <a:blip r:embed="rId5"/>
          <a:stretch>
            <a:fillRect/>
          </a:stretch>
        </p:blipFill>
        <p:spPr>
          <a:xfrm>
            <a:off x="8946313" y="-23751"/>
            <a:ext cx="3199101" cy="6858000"/>
          </a:xfrm>
          <a:prstGeom prst="rect">
            <a:avLst/>
          </a:prstGeom>
        </p:spPr>
      </p:pic>
    </p:spTree>
    <p:extLst>
      <p:ext uri="{BB962C8B-B14F-4D97-AF65-F5344CB8AC3E}">
        <p14:creationId xmlns:p14="http://schemas.microsoft.com/office/powerpoint/2010/main" val="3057975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992A4-6434-44C3-ABF9-12D9E3DCBE79}"/>
              </a:ext>
            </a:extLst>
          </p:cNvPr>
          <p:cNvSpPr>
            <a:spLocks noGrp="1"/>
          </p:cNvSpPr>
          <p:nvPr>
            <p:ph type="title"/>
          </p:nvPr>
        </p:nvSpPr>
        <p:spPr>
          <a:xfrm>
            <a:off x="762000" y="762000"/>
            <a:ext cx="10668000" cy="1524000"/>
          </a:xfrm>
        </p:spPr>
        <p:txBody>
          <a:bodyPr/>
          <a:lstStyle/>
          <a:p>
            <a:r>
              <a:rPr lang="en-US" dirty="0" err="1"/>
              <a:t>Kết</a:t>
            </a:r>
            <a:r>
              <a:rPr lang="en-US" dirty="0"/>
              <a:t> </a:t>
            </a:r>
            <a:r>
              <a:rPr lang="en-US" dirty="0" err="1"/>
              <a:t>quả</a:t>
            </a:r>
            <a:r>
              <a:rPr lang="en-US" dirty="0"/>
              <a:t> </a:t>
            </a:r>
            <a:r>
              <a:rPr lang="en-US" dirty="0" err="1"/>
              <a:t>và</a:t>
            </a:r>
            <a:r>
              <a:rPr lang="en-US" dirty="0"/>
              <a:t> Ý </a:t>
            </a:r>
            <a:r>
              <a:rPr lang="en-US" dirty="0" err="1"/>
              <a:t>nghĩa</a:t>
            </a:r>
            <a:endParaRPr lang="en-US" dirty="0"/>
          </a:p>
        </p:txBody>
      </p:sp>
      <p:sp>
        <p:nvSpPr>
          <p:cNvPr id="7" name="Date Placeholder 6">
            <a:extLst>
              <a:ext uri="{FF2B5EF4-FFF2-40B4-BE49-F238E27FC236}">
                <a16:creationId xmlns:a16="http://schemas.microsoft.com/office/drawing/2014/main" id="{E9FCF92C-2B0F-44DA-B4D4-F765728C2DBE}"/>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3" name="Text Placeholder 2">
            <a:extLst>
              <a:ext uri="{FF2B5EF4-FFF2-40B4-BE49-F238E27FC236}">
                <a16:creationId xmlns:a16="http://schemas.microsoft.com/office/drawing/2014/main" id="{EC236781-A093-417B-B5C4-87EC3DB64916}"/>
              </a:ext>
            </a:extLst>
          </p:cNvPr>
          <p:cNvSpPr>
            <a:spLocks noGrp="1"/>
          </p:cNvSpPr>
          <p:nvPr>
            <p:ph type="body" idx="1"/>
          </p:nvPr>
        </p:nvSpPr>
        <p:spPr>
          <a:xfrm>
            <a:off x="446690" y="2339094"/>
            <a:ext cx="5151119" cy="761999"/>
          </a:xfrm>
        </p:spPr>
        <p:txBody>
          <a:bodyPr/>
          <a:lstStyle/>
          <a:p>
            <a:r>
              <a:rPr lang="vi-VN" dirty="0"/>
              <a:t>Kết quả đạt được</a:t>
            </a:r>
            <a:endParaRPr lang="en-US" dirty="0"/>
          </a:p>
        </p:txBody>
      </p:sp>
      <p:sp>
        <p:nvSpPr>
          <p:cNvPr id="5" name="Text Placeholder 4">
            <a:extLst>
              <a:ext uri="{FF2B5EF4-FFF2-40B4-BE49-F238E27FC236}">
                <a16:creationId xmlns:a16="http://schemas.microsoft.com/office/drawing/2014/main" id="{E4348A3D-676E-4B0D-946B-E4C193C32CCB}"/>
              </a:ext>
            </a:extLst>
          </p:cNvPr>
          <p:cNvSpPr>
            <a:spLocks noGrp="1"/>
          </p:cNvSpPr>
          <p:nvPr>
            <p:ph type="body" sz="quarter" idx="3"/>
          </p:nvPr>
        </p:nvSpPr>
        <p:spPr>
          <a:xfrm>
            <a:off x="6278878" y="2286000"/>
            <a:ext cx="5151122" cy="761999"/>
          </a:xfrm>
        </p:spPr>
        <p:txBody>
          <a:bodyPr/>
          <a:lstStyle/>
          <a:p>
            <a:r>
              <a:rPr lang="en-US" dirty="0"/>
              <a:t>Ý </a:t>
            </a:r>
            <a:r>
              <a:rPr lang="en-US" dirty="0" err="1"/>
              <a:t>nghĩa</a:t>
            </a:r>
            <a:r>
              <a:rPr lang="en-US" dirty="0"/>
              <a:t> </a:t>
            </a:r>
            <a:r>
              <a:rPr lang="en-US" dirty="0" err="1"/>
              <a:t>thực</a:t>
            </a:r>
            <a:r>
              <a:rPr lang="en-US" dirty="0"/>
              <a:t> </a:t>
            </a:r>
            <a:r>
              <a:rPr lang="en-US" dirty="0" err="1"/>
              <a:t>tiễn</a:t>
            </a:r>
            <a:r>
              <a:rPr lang="en-US" dirty="0"/>
              <a:t>:</a:t>
            </a:r>
          </a:p>
        </p:txBody>
      </p:sp>
      <p:sp>
        <p:nvSpPr>
          <p:cNvPr id="8" name="Footer Placeholder 7">
            <a:extLst>
              <a:ext uri="{FF2B5EF4-FFF2-40B4-BE49-F238E27FC236}">
                <a16:creationId xmlns:a16="http://schemas.microsoft.com/office/drawing/2014/main" id="{07C2165F-5D24-49DE-9F0D-F6D76070AAAD}"/>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895C6061-88FC-4981-A127-DF7D7EACB748}"/>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19</a:t>
            </a:fld>
            <a:endParaRPr lang="en-US" dirty="0"/>
          </a:p>
        </p:txBody>
      </p:sp>
      <p:sp>
        <p:nvSpPr>
          <p:cNvPr id="10" name="Rectangle 1">
            <a:extLst>
              <a:ext uri="{FF2B5EF4-FFF2-40B4-BE49-F238E27FC236}">
                <a16:creationId xmlns:a16="http://schemas.microsoft.com/office/drawing/2014/main" id="{FB984A6E-A9B7-B2F0-E736-AF50702D042A}"/>
              </a:ext>
            </a:extLst>
          </p:cNvPr>
          <p:cNvSpPr>
            <a:spLocks noGrp="1" noChangeArrowheads="1"/>
          </p:cNvSpPr>
          <p:nvPr>
            <p:ph sz="half" idx="2"/>
          </p:nvPr>
        </p:nvSpPr>
        <p:spPr bwMode="auto">
          <a:xfrm>
            <a:off x="367860" y="3687605"/>
            <a:ext cx="490833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Xây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dựng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ứng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dụng</a:t>
            </a:r>
            <a:r>
              <a:rPr kumimoji="0" lang="en-US" altLang="en-US" sz="1800" b="0" i="0" u="none" strike="noStrike" cap="none" normalizeH="0" baseline="0" dirty="0">
                <a:ln>
                  <a:noFill/>
                </a:ln>
                <a:solidFill>
                  <a:schemeClr val="tx1"/>
                </a:solidFill>
                <a:effectLst/>
                <a:latin typeface="Arial" panose="020B0604020202020204" pitchFamily="34" charset="0"/>
              </a:rPr>
              <a:t> mobile </a:t>
            </a:r>
            <a:r>
              <a:rPr kumimoji="0" lang="en-US" altLang="en-US" sz="1800" b="0" i="0" u="none" strike="noStrike" cap="none" normalizeH="0" baseline="0" dirty="0" err="1">
                <a:ln>
                  <a:noFill/>
                </a:ln>
                <a:solidFill>
                  <a:schemeClr val="tx1"/>
                </a:solidFill>
                <a:effectLst/>
                <a:latin typeface="Arial" panose="020B0604020202020204" pitchFamily="34" charset="0"/>
              </a:rPr>
              <a:t>quản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phê</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Hỗ</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lý</a:t>
            </a:r>
            <a:r>
              <a:rPr kumimoji="0" lang="en-US" altLang="en-US" sz="1800" b="0" i="0" u="none" strike="noStrike" cap="none" normalizeH="0" baseline="0" dirty="0">
                <a:ln>
                  <a:noFill/>
                </a:ln>
                <a:solidFill>
                  <a:schemeClr val="tx1"/>
                </a:solidFill>
                <a:effectLst/>
                <a:latin typeface="Arial" panose="020B0604020202020204" pitchFamily="34" charset="0"/>
              </a:rPr>
              <a:t> menu, </a:t>
            </a:r>
            <a:r>
              <a:rPr kumimoji="0" lang="en-US" altLang="en-US" sz="1800" b="0" i="0" u="none" strike="noStrike" cap="none" normalizeH="0" baseline="0" dirty="0" err="1">
                <a:ln>
                  <a:noFill/>
                </a:ln>
                <a:solidFill>
                  <a:schemeClr val="tx1"/>
                </a:solidFill>
                <a:effectLst/>
                <a:latin typeface="Arial" panose="020B0604020202020204" pitchFamily="34" charset="0"/>
              </a:rPr>
              <a:t>đơn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nguyên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liệu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doanh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thu</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Giao </a:t>
            </a:r>
            <a:r>
              <a:rPr kumimoji="0" lang="en-US" altLang="en-US" sz="1800" b="0" i="0" u="none" strike="noStrike" cap="none" normalizeH="0" baseline="0" dirty="0" err="1">
                <a:ln>
                  <a:noFill/>
                </a:ln>
                <a:solidFill>
                  <a:schemeClr val="tx1"/>
                </a:solidFill>
                <a:effectLst/>
                <a:latin typeface="Arial" panose="020B0604020202020204" pitchFamily="34" charset="0"/>
              </a:rPr>
              <a:t>diện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thân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dụng</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1" name="Rectangle 2">
            <a:extLst>
              <a:ext uri="{FF2B5EF4-FFF2-40B4-BE49-F238E27FC236}">
                <a16:creationId xmlns:a16="http://schemas.microsoft.com/office/drawing/2014/main" id="{B08F8010-3D7E-3925-136B-86E4B9F5B679}"/>
              </a:ext>
            </a:extLst>
          </p:cNvPr>
          <p:cNvSpPr>
            <a:spLocks noGrp="1" noChangeArrowheads="1"/>
          </p:cNvSpPr>
          <p:nvPr>
            <p:ph sz="quarter" idx="4"/>
          </p:nvPr>
        </p:nvSpPr>
        <p:spPr bwMode="auto">
          <a:xfrm>
            <a:off x="6373156" y="3567499"/>
            <a:ext cx="490833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Giúp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chủ</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quán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tối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ưu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vận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hành</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Giảm</a:t>
            </a:r>
            <a:r>
              <a:rPr kumimoji="0" lang="en-US" altLang="en-US" sz="1800" b="0" i="0" u="none" strike="noStrike" cap="none" normalizeH="0" baseline="0" dirty="0">
                <a:ln>
                  <a:noFill/>
                </a:ln>
                <a:solidFill>
                  <a:schemeClr val="tx1"/>
                </a:solidFill>
                <a:effectLst/>
                <a:latin typeface="Arial" panose="020B0604020202020204" pitchFamily="34" charset="0"/>
              </a:rPr>
              <a:t> chi </a:t>
            </a:r>
            <a:r>
              <a:rPr kumimoji="0" lang="en-US" altLang="en-US" sz="1800" b="0" i="0" u="none" strike="noStrike" cap="none" normalizeH="0" baseline="0" dirty="0" err="1">
                <a:ln>
                  <a:noFill/>
                </a:ln>
                <a:solidFill>
                  <a:schemeClr val="tx1"/>
                </a:solidFill>
                <a:effectLst/>
                <a:latin typeface="Arial" panose="020B0604020202020204" pitchFamily="34" charset="0"/>
              </a:rPr>
              <a:t>phí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sai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sót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thủ</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công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Nâng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cao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trải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nghiệm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khách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Tăng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hiệu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kinh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doanh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và</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năng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cạnh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tranh</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978570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EAF89CD-F3F9-40F6-939A-840F4569201C}"/>
              </a:ext>
            </a:extLst>
          </p:cNvPr>
          <p:cNvSpPr>
            <a:spLocks noGrp="1"/>
          </p:cNvSpPr>
          <p:nvPr>
            <p:ph type="title"/>
          </p:nvPr>
        </p:nvSpPr>
        <p:spPr>
          <a:xfrm>
            <a:off x="762000" y="1523997"/>
            <a:ext cx="5996152" cy="1524000"/>
          </a:xfrm>
        </p:spPr>
        <p:txBody>
          <a:bodyPr/>
          <a:lstStyle/>
          <a:p>
            <a:r>
              <a:rPr lang="vi-VN" dirty="0"/>
              <a:t>Định hướng phát triển</a:t>
            </a:r>
            <a:endParaRPr lang="en-US" dirty="0"/>
          </a:p>
        </p:txBody>
      </p:sp>
      <p:pic>
        <p:nvPicPr>
          <p:cNvPr id="10" name="Picture Placeholder 9" descr="Coffee machine at work">
            <a:extLst>
              <a:ext uri="{FF2B5EF4-FFF2-40B4-BE49-F238E27FC236}">
                <a16:creationId xmlns:a16="http://schemas.microsoft.com/office/drawing/2014/main" id="{72BB3FC2-928F-49D2-BAAE-2C2A055F192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107467" y="0"/>
            <a:ext cx="5820494" cy="2302951"/>
          </a:xfrm>
        </p:spPr>
      </p:pic>
      <p:sp>
        <p:nvSpPr>
          <p:cNvPr id="3" name="Date Placeholder 2">
            <a:extLst>
              <a:ext uri="{FF2B5EF4-FFF2-40B4-BE49-F238E27FC236}">
                <a16:creationId xmlns:a16="http://schemas.microsoft.com/office/drawing/2014/main" id="{2E0FA039-8212-4EFA-A42E-10517DA16CDF}"/>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4" name="Footer Placeholder 3">
            <a:extLst>
              <a:ext uri="{FF2B5EF4-FFF2-40B4-BE49-F238E27FC236}">
                <a16:creationId xmlns:a16="http://schemas.microsoft.com/office/drawing/2014/main" id="{B1AD82FA-B60A-4BCE-B70D-916D0D4F0163}"/>
              </a:ext>
            </a:extLst>
          </p:cNvPr>
          <p:cNvSpPr>
            <a:spLocks noGrp="1"/>
          </p:cNvSpPr>
          <p:nvPr>
            <p:ph type="ftr" sz="quarter" idx="11"/>
          </p:nvPr>
        </p:nvSpPr>
        <p:spPr>
          <a:xfrm>
            <a:off x="761999" y="6356350"/>
            <a:ext cx="6612835" cy="365125"/>
          </a:xfrm>
        </p:spPr>
        <p:txBody>
          <a:bodyPr/>
          <a:lstStyle/>
          <a:p>
            <a:r>
              <a:rPr lang="en-US" dirty="0"/>
              <a:t>Sample Footer Text</a:t>
            </a:r>
          </a:p>
        </p:txBody>
      </p:sp>
      <p:pic>
        <p:nvPicPr>
          <p:cNvPr id="12" name="Picture Placeholder 11" descr="A plate of food and a cup of coffee on a table">
            <a:extLst>
              <a:ext uri="{FF2B5EF4-FFF2-40B4-BE49-F238E27FC236}">
                <a16:creationId xmlns:a16="http://schemas.microsoft.com/office/drawing/2014/main" id="{A2A14B2C-861B-4D89-8E2E-55D212D4AC5A}"/>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8016382" y="3048002"/>
            <a:ext cx="4176866" cy="3809998"/>
          </a:xfrm>
        </p:spPr>
      </p:pic>
      <p:sp>
        <p:nvSpPr>
          <p:cNvPr id="5" name="Slide Number Placeholder 4">
            <a:extLst>
              <a:ext uri="{FF2B5EF4-FFF2-40B4-BE49-F238E27FC236}">
                <a16:creationId xmlns:a16="http://schemas.microsoft.com/office/drawing/2014/main" id="{B1ACB9B2-2869-4919-8264-DE5ADE141168}"/>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20</a:t>
            </a:fld>
            <a:endParaRPr lang="en-US" dirty="0"/>
          </a:p>
        </p:txBody>
      </p:sp>
      <p:sp>
        <p:nvSpPr>
          <p:cNvPr id="14" name="Freeform: Shape 13">
            <a:extLst>
              <a:ext uri="{FF2B5EF4-FFF2-40B4-BE49-F238E27FC236}">
                <a16:creationId xmlns:a16="http://schemas.microsoft.com/office/drawing/2014/main" id="{FEA3BCB6-65D7-413C-9C17-C82003C8252A}"/>
              </a:ext>
              <a:ext uri="{C183D7F6-B498-43B3-948B-1728B52AA6E4}">
                <adec:decorative xmlns:adec="http://schemas.microsoft.com/office/drawing/2017/decorative" val="1"/>
              </a:ext>
            </a:extLst>
          </p:cNvPr>
          <p:cNvSpPr/>
          <p:nvPr/>
        </p:nvSpPr>
        <p:spPr>
          <a:xfrm rot="14885154" flipH="1">
            <a:off x="7260230" y="-2526873"/>
            <a:ext cx="3738966" cy="6206270"/>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
        <p:nvSpPr>
          <p:cNvPr id="2" name="Content Placeholder 1">
            <a:extLst>
              <a:ext uri="{FF2B5EF4-FFF2-40B4-BE49-F238E27FC236}">
                <a16:creationId xmlns:a16="http://schemas.microsoft.com/office/drawing/2014/main" id="{8ECA0DC7-0C80-7163-E87C-57B14B011B99}"/>
              </a:ext>
            </a:extLst>
          </p:cNvPr>
          <p:cNvSpPr>
            <a:spLocks noGrp="1" noChangeArrowheads="1"/>
          </p:cNvSpPr>
          <p:nvPr>
            <p:ph idx="1"/>
          </p:nvPr>
        </p:nvSpPr>
        <p:spPr bwMode="auto">
          <a:xfrm>
            <a:off x="762000" y="3602504"/>
            <a:ext cx="701506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Phát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triển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đa</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nền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tảng</a:t>
            </a:r>
            <a:r>
              <a:rPr kumimoji="0" lang="en-US" altLang="en-US" sz="2400" b="0" i="0" u="none" strike="noStrike" cap="none" normalizeH="0" baseline="0" dirty="0">
                <a:ln>
                  <a:noFill/>
                </a:ln>
                <a:solidFill>
                  <a:schemeClr val="tx1"/>
                </a:solidFill>
                <a:effectLst/>
                <a:latin typeface="Arial" panose="020B0604020202020204" pitchFamily="34" charset="0"/>
              </a:rPr>
              <a:t> (Android &amp; iOS).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Tích</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hợp</a:t>
            </a:r>
            <a:r>
              <a:rPr kumimoji="0" lang="en-US" altLang="en-US" sz="2400" b="0" i="0" u="none" strike="noStrike" cap="none" normalizeH="0" baseline="0" dirty="0">
                <a:ln>
                  <a:noFill/>
                </a:ln>
                <a:solidFill>
                  <a:schemeClr val="tx1"/>
                </a:solidFill>
                <a:effectLst/>
                <a:latin typeface="Arial" panose="020B0604020202020204" pitchFamily="34" charset="0"/>
              </a:rPr>
              <a:t> AI </a:t>
            </a:r>
            <a:r>
              <a:rPr kumimoji="0" lang="en-US" altLang="en-US" sz="2400" b="0" i="0" u="none" strike="noStrike" cap="none" normalizeH="0" baseline="0" dirty="0" err="1">
                <a:ln>
                  <a:noFill/>
                </a:ln>
                <a:solidFill>
                  <a:schemeClr val="tx1"/>
                </a:solidFill>
                <a:effectLst/>
                <a:latin typeface="Arial" panose="020B0604020202020204" pitchFamily="34" charset="0"/>
              </a:rPr>
              <a:t>để</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dự</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đoán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nhu</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cầu</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nguyên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liệu</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Mở</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rộng</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tính</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năng</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quản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lý</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khách</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hàng</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thân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thiết</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Tích</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hợp</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nhiều</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phương</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thức</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thanh</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toán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điện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tử</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Arial" panose="020B0604020202020204" pitchFamily="34" charset="0"/>
              </a:rPr>
              <a:t>Nâng</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cấp</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hệ</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thống</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báo</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cáo</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và</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phân</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tích</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dữ</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liệu</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00251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66DAC07-E75A-4734-B2FD-40A29CC0D317}"/>
              </a:ext>
            </a:extLst>
          </p:cNvPr>
          <p:cNvSpPr>
            <a:spLocks noGrp="1"/>
          </p:cNvSpPr>
          <p:nvPr>
            <p:ph type="title"/>
          </p:nvPr>
        </p:nvSpPr>
        <p:spPr>
          <a:xfrm>
            <a:off x="478220" y="1766096"/>
            <a:ext cx="6773918" cy="3300248"/>
          </a:xfrm>
        </p:spPr>
        <p:txBody>
          <a:bodyPr>
            <a:noAutofit/>
          </a:bodyPr>
          <a:lstStyle/>
          <a:p>
            <a:r>
              <a:rPr lang="vi-VN" sz="2000" dirty="0"/>
              <a:t>Đề tài </a:t>
            </a:r>
            <a:r>
              <a:rPr lang="vi-VN" sz="2000" i="1" dirty="0"/>
              <a:t>“Phát triển ứng dụng mobile quản lý coffee”</a:t>
            </a:r>
            <a:r>
              <a:rPr lang="vi-VN" sz="2000" dirty="0"/>
              <a:t> đã chứng minh tính cần thiết trong việc hỗ trợ các quán cà phê hiện đại. Ứng dụng không chỉ giúp quản lý menu, đơn hàng, nguyên liệu và doanh thu một cách hiệu quả, mà còn mang lại giao diện thân thiện, dễ sử dụng cho cả chủ quán, nhân viên và khách hàng. Kết quả nghiên cứu cho thấy hệ thống có tính khả thi cao, phù hợp với nhu cầu thực tế, góp phần giảm chi phí quản lý, nâng cao chất lượng dịch vụ và thúc đẩy quá trình chuyển đổi số trong ngành F&amp;B.</a:t>
            </a:r>
            <a:endParaRPr lang="en-US" sz="2000" dirty="0"/>
          </a:p>
        </p:txBody>
      </p:sp>
      <p:sp>
        <p:nvSpPr>
          <p:cNvPr id="6" name="Content Placeholder 5">
            <a:extLst>
              <a:ext uri="{FF2B5EF4-FFF2-40B4-BE49-F238E27FC236}">
                <a16:creationId xmlns:a16="http://schemas.microsoft.com/office/drawing/2014/main" id="{0097A08C-ABD3-463C-AAAE-350E636006C3}"/>
              </a:ext>
            </a:extLst>
          </p:cNvPr>
          <p:cNvSpPr>
            <a:spLocks noGrp="1"/>
          </p:cNvSpPr>
          <p:nvPr>
            <p:ph sz="quarter" idx="15"/>
          </p:nvPr>
        </p:nvSpPr>
        <p:spPr>
          <a:xfrm>
            <a:off x="866007" y="662747"/>
            <a:ext cx="3484900" cy="958709"/>
          </a:xfrm>
        </p:spPr>
        <p:txBody>
          <a:bodyPr anchor="ctr" anchorCtr="0"/>
          <a:lstStyle/>
          <a:p>
            <a:r>
              <a:rPr lang="vi-VN" sz="4000" dirty="0">
                <a:latin typeface="Times New Roman" panose="02020603050405020304" pitchFamily="18" charset="0"/>
                <a:cs typeface="Times New Roman" panose="02020603050405020304" pitchFamily="18" charset="0"/>
              </a:rPr>
              <a:t>Kết luận</a:t>
            </a:r>
            <a:endParaRPr lang="en-US" sz="40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BB59987-20C7-44CA-B0D1-D87A45033937}"/>
              </a:ext>
            </a:extLst>
          </p:cNvPr>
          <p:cNvSpPr>
            <a:spLocks noGrp="1"/>
          </p:cNvSpPr>
          <p:nvPr>
            <p:ph type="dt" sz="half" idx="10"/>
          </p:nvPr>
        </p:nvSpPr>
        <p:spPr>
          <a:xfrm>
            <a:off x="9389165" y="194320"/>
            <a:ext cx="2040835" cy="365125"/>
          </a:xfrm>
        </p:spPr>
        <p:txBody>
          <a:bodyPr/>
          <a:lstStyle/>
          <a:p>
            <a:r>
              <a:rPr lang="en-US"/>
              <a:t>2/1/20XX</a:t>
            </a:r>
            <a:endParaRPr lang="en-US" dirty="0"/>
          </a:p>
        </p:txBody>
      </p:sp>
      <p:pic>
        <p:nvPicPr>
          <p:cNvPr id="14" name="Picture Placeholder 13" descr="Barista pouring milk froth into coffee">
            <a:extLst>
              <a:ext uri="{FF2B5EF4-FFF2-40B4-BE49-F238E27FC236}">
                <a16:creationId xmlns:a16="http://schemas.microsoft.com/office/drawing/2014/main" id="{971D22D0-EEF4-49B5-9AA4-005141F0ED0F}"/>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435910" y="1"/>
            <a:ext cx="5756090" cy="3960681"/>
          </a:xfrm>
        </p:spPr>
      </p:pic>
      <p:pic>
        <p:nvPicPr>
          <p:cNvPr id="16" name="Picture Placeholder 15" descr="Coffee Beans">
            <a:extLst>
              <a:ext uri="{FF2B5EF4-FFF2-40B4-BE49-F238E27FC236}">
                <a16:creationId xmlns:a16="http://schemas.microsoft.com/office/drawing/2014/main" id="{B5CEF503-B56A-4BFB-9020-F19AB6AEE4A2}"/>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3028871" y="4949374"/>
            <a:ext cx="5796193" cy="1908627"/>
          </a:xfrm>
        </p:spPr>
      </p:pic>
      <p:sp>
        <p:nvSpPr>
          <p:cNvPr id="3" name="Footer Placeholder 2">
            <a:extLst>
              <a:ext uri="{FF2B5EF4-FFF2-40B4-BE49-F238E27FC236}">
                <a16:creationId xmlns:a16="http://schemas.microsoft.com/office/drawing/2014/main" id="{5038E30A-427D-4071-957E-8261597E506C}"/>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4" name="Slide Number Placeholder 3">
            <a:extLst>
              <a:ext uri="{FF2B5EF4-FFF2-40B4-BE49-F238E27FC236}">
                <a16:creationId xmlns:a16="http://schemas.microsoft.com/office/drawing/2014/main" id="{3ECAC315-D873-41E8-BB24-C4382A056CAF}"/>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21</a:t>
            </a:fld>
            <a:endParaRPr lang="en-US" dirty="0"/>
          </a:p>
        </p:txBody>
      </p:sp>
      <p:sp>
        <p:nvSpPr>
          <p:cNvPr id="58" name="Freeform: Shape 57">
            <a:extLst>
              <a:ext uri="{FF2B5EF4-FFF2-40B4-BE49-F238E27FC236}">
                <a16:creationId xmlns:a16="http://schemas.microsoft.com/office/drawing/2014/main" id="{2E15A2B6-8566-44EC-A8C8-8A72969118F9}"/>
              </a:ext>
              <a:ext uri="{C183D7F6-B498-43B3-948B-1728B52AA6E4}">
                <adec:decorative xmlns:adec="http://schemas.microsoft.com/office/drawing/2017/decorative" val="1"/>
              </a:ext>
            </a:extLst>
          </p:cNvPr>
          <p:cNvSpPr/>
          <p:nvPr/>
        </p:nvSpPr>
        <p:spPr>
          <a:xfrm>
            <a:off x="6674051" y="-22158"/>
            <a:ext cx="5517949" cy="4594156"/>
          </a:xfrm>
          <a:custGeom>
            <a:avLst/>
            <a:gdLst>
              <a:gd name="connsiteX0" fmla="*/ 0 w 5756090"/>
              <a:gd name="connsiteY0" fmla="*/ 0 h 3960681"/>
              <a:gd name="connsiteX1" fmla="*/ 5756090 w 5756090"/>
              <a:gd name="connsiteY1" fmla="*/ 0 h 3960681"/>
              <a:gd name="connsiteX2" fmla="*/ 5756090 w 5756090"/>
              <a:gd name="connsiteY2" fmla="*/ 3463038 h 3960681"/>
              <a:gd name="connsiteX3" fmla="*/ 5558511 w 5756090"/>
              <a:gd name="connsiteY3" fmla="*/ 3561320 h 3960681"/>
              <a:gd name="connsiteX4" fmla="*/ 3480391 w 5756090"/>
              <a:gd name="connsiteY4" fmla="*/ 3940416 h 3960681"/>
              <a:gd name="connsiteX5" fmla="*/ 1605774 w 5756090"/>
              <a:gd name="connsiteY5" fmla="*/ 2854397 h 3960681"/>
              <a:gd name="connsiteX6" fmla="*/ 74389 w 5756090"/>
              <a:gd name="connsiteY6" fmla="*/ 325223 h 3960681"/>
              <a:gd name="connsiteX7" fmla="*/ 16895 w 5756090"/>
              <a:gd name="connsiteY7" fmla="*/ 104576 h 3960681"/>
              <a:gd name="connsiteX0" fmla="*/ 5739463 w 5739463"/>
              <a:gd name="connsiteY0" fmla="*/ 0 h 3960681"/>
              <a:gd name="connsiteX1" fmla="*/ 5739463 w 5739463"/>
              <a:gd name="connsiteY1" fmla="*/ 3463038 h 3960681"/>
              <a:gd name="connsiteX2" fmla="*/ 5541884 w 5739463"/>
              <a:gd name="connsiteY2" fmla="*/ 3561320 h 3960681"/>
              <a:gd name="connsiteX3" fmla="*/ 3463764 w 5739463"/>
              <a:gd name="connsiteY3" fmla="*/ 3940416 h 3960681"/>
              <a:gd name="connsiteX4" fmla="*/ 1589147 w 5739463"/>
              <a:gd name="connsiteY4" fmla="*/ 2854397 h 3960681"/>
              <a:gd name="connsiteX5" fmla="*/ 57762 w 5739463"/>
              <a:gd name="connsiteY5" fmla="*/ 325223 h 3960681"/>
              <a:gd name="connsiteX6" fmla="*/ 268 w 5739463"/>
              <a:gd name="connsiteY6" fmla="*/ 104576 h 3960681"/>
              <a:gd name="connsiteX7" fmla="*/ 79475 w 5739463"/>
              <a:gd name="connsiteY7" fmla="*/ 79214 h 3960681"/>
              <a:gd name="connsiteX0" fmla="*/ 5739195 w 5739195"/>
              <a:gd name="connsiteY0" fmla="*/ 0 h 3960681"/>
              <a:gd name="connsiteX1" fmla="*/ 5739195 w 5739195"/>
              <a:gd name="connsiteY1" fmla="*/ 3463038 h 3960681"/>
              <a:gd name="connsiteX2" fmla="*/ 5541616 w 5739195"/>
              <a:gd name="connsiteY2" fmla="*/ 3561320 h 3960681"/>
              <a:gd name="connsiteX3" fmla="*/ 3463496 w 5739195"/>
              <a:gd name="connsiteY3" fmla="*/ 3940416 h 3960681"/>
              <a:gd name="connsiteX4" fmla="*/ 1588879 w 5739195"/>
              <a:gd name="connsiteY4" fmla="*/ 2854397 h 3960681"/>
              <a:gd name="connsiteX5" fmla="*/ 57494 w 5739195"/>
              <a:gd name="connsiteY5" fmla="*/ 325223 h 3960681"/>
              <a:gd name="connsiteX6" fmla="*/ 0 w 5739195"/>
              <a:gd name="connsiteY6" fmla="*/ 104576 h 3960681"/>
              <a:gd name="connsiteX0" fmla="*/ 5739195 w 5739195"/>
              <a:gd name="connsiteY0" fmla="*/ 3358462 h 3856105"/>
              <a:gd name="connsiteX1" fmla="*/ 5541616 w 5739195"/>
              <a:gd name="connsiteY1" fmla="*/ 3456744 h 3856105"/>
              <a:gd name="connsiteX2" fmla="*/ 3463496 w 5739195"/>
              <a:gd name="connsiteY2" fmla="*/ 3835840 h 3856105"/>
              <a:gd name="connsiteX3" fmla="*/ 1588879 w 5739195"/>
              <a:gd name="connsiteY3" fmla="*/ 2749821 h 3856105"/>
              <a:gd name="connsiteX4" fmla="*/ 57494 w 5739195"/>
              <a:gd name="connsiteY4" fmla="*/ 220647 h 3856105"/>
              <a:gd name="connsiteX5" fmla="*/ 0 w 5739195"/>
              <a:gd name="connsiteY5" fmla="*/ 0 h 3856105"/>
              <a:gd name="connsiteX0" fmla="*/ 5799259 w 5799259"/>
              <a:gd name="connsiteY0" fmla="*/ 3482233 h 3979876"/>
              <a:gd name="connsiteX1" fmla="*/ 5601680 w 5799259"/>
              <a:gd name="connsiteY1" fmla="*/ 3580515 h 3979876"/>
              <a:gd name="connsiteX2" fmla="*/ 3523560 w 5799259"/>
              <a:gd name="connsiteY2" fmla="*/ 3959611 h 3979876"/>
              <a:gd name="connsiteX3" fmla="*/ 1648943 w 5799259"/>
              <a:gd name="connsiteY3" fmla="*/ 2873592 h 3979876"/>
              <a:gd name="connsiteX4" fmla="*/ 117558 w 5799259"/>
              <a:gd name="connsiteY4" fmla="*/ 344418 h 3979876"/>
              <a:gd name="connsiteX5" fmla="*/ 0 w 5799259"/>
              <a:gd name="connsiteY5" fmla="*/ 0 h 3979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9259" h="3979876">
                <a:moveTo>
                  <a:pt x="5799259" y="3482233"/>
                </a:moveTo>
                <a:lnTo>
                  <a:pt x="5601680" y="3580515"/>
                </a:lnTo>
                <a:cubicBezTo>
                  <a:pt x="4922508" y="3893723"/>
                  <a:pt x="4146966" y="4035971"/>
                  <a:pt x="3523560" y="3959611"/>
                </a:cubicBezTo>
                <a:cubicBezTo>
                  <a:pt x="2795137" y="3870656"/>
                  <a:pt x="2146179" y="3429872"/>
                  <a:pt x="1648943" y="2873592"/>
                </a:cubicBezTo>
                <a:cubicBezTo>
                  <a:pt x="1321865" y="2507432"/>
                  <a:pt x="420219" y="1339817"/>
                  <a:pt x="117558" y="344418"/>
                </a:cubicBezTo>
                <a:cubicBezTo>
                  <a:pt x="94859" y="269763"/>
                  <a:pt x="15466" y="72306"/>
                  <a:pt x="0"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2847659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7124D3B-1715-4E5A-BB52-98DE8D5595ED}"/>
              </a:ext>
            </a:extLst>
          </p:cNvPr>
          <p:cNvSpPr>
            <a:spLocks noGrp="1"/>
          </p:cNvSpPr>
          <p:nvPr>
            <p:ph type="title"/>
          </p:nvPr>
        </p:nvSpPr>
        <p:spPr>
          <a:xfrm>
            <a:off x="6858000" y="2797170"/>
            <a:ext cx="4572000" cy="1524010"/>
          </a:xfrm>
        </p:spPr>
        <p:txBody>
          <a:bodyPr>
            <a:normAutofit/>
          </a:bodyPr>
          <a:lstStyle/>
          <a:p>
            <a:r>
              <a:rPr lang="en-US" sz="6600" dirty="0"/>
              <a:t>Thank You</a:t>
            </a:r>
          </a:p>
        </p:txBody>
      </p:sp>
      <p:pic>
        <p:nvPicPr>
          <p:cNvPr id="9" name="Picture Placeholder 8" descr="Coffee on a wooden table with water ">
            <a:extLst>
              <a:ext uri="{FF2B5EF4-FFF2-40B4-BE49-F238E27FC236}">
                <a16:creationId xmlns:a16="http://schemas.microsoft.com/office/drawing/2014/main" id="{A6793210-E409-4229-B0C0-76710EC7F3B9}"/>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1" y="762007"/>
            <a:ext cx="5948797" cy="6095979"/>
          </a:xfrm>
        </p:spPr>
      </p:pic>
      <p:sp>
        <p:nvSpPr>
          <p:cNvPr id="2" name="Date Placeholder 1">
            <a:extLst>
              <a:ext uri="{FF2B5EF4-FFF2-40B4-BE49-F238E27FC236}">
                <a16:creationId xmlns:a16="http://schemas.microsoft.com/office/drawing/2014/main" id="{5F2A427C-63C1-452D-A630-163993654707}"/>
              </a:ext>
            </a:extLst>
          </p:cNvPr>
          <p:cNvSpPr>
            <a:spLocks noGrp="1"/>
          </p:cNvSpPr>
          <p:nvPr>
            <p:ph type="dt" sz="half" idx="10"/>
          </p:nvPr>
        </p:nvSpPr>
        <p:spPr>
          <a:xfrm>
            <a:off x="9389165" y="194320"/>
            <a:ext cx="2040835" cy="365125"/>
          </a:xfrm>
        </p:spPr>
        <p:txBody>
          <a:bodyPr/>
          <a:lstStyle/>
          <a:p>
            <a:r>
              <a:rPr lang="en-US"/>
              <a:t>2/1/20XX</a:t>
            </a:r>
            <a:endParaRPr lang="en-US" dirty="0"/>
          </a:p>
        </p:txBody>
      </p:sp>
      <p:sp>
        <p:nvSpPr>
          <p:cNvPr id="3" name="Footer Placeholder 2">
            <a:extLst>
              <a:ext uri="{FF2B5EF4-FFF2-40B4-BE49-F238E27FC236}">
                <a16:creationId xmlns:a16="http://schemas.microsoft.com/office/drawing/2014/main" id="{102B8226-9692-4F45-80E6-82C90904296D}"/>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4" name="Slide Number Placeholder 3">
            <a:extLst>
              <a:ext uri="{FF2B5EF4-FFF2-40B4-BE49-F238E27FC236}">
                <a16:creationId xmlns:a16="http://schemas.microsoft.com/office/drawing/2014/main" id="{3326AE42-5A86-4D0E-B9C7-17DFAE86EB44}"/>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22</a:t>
            </a:fld>
            <a:endParaRPr lang="en-US" dirty="0"/>
          </a:p>
        </p:txBody>
      </p:sp>
      <p:sp>
        <p:nvSpPr>
          <p:cNvPr id="11" name="Freeform: Shape 10">
            <a:extLst>
              <a:ext uri="{FF2B5EF4-FFF2-40B4-BE49-F238E27FC236}">
                <a16:creationId xmlns:a16="http://schemas.microsoft.com/office/drawing/2014/main" id="{BE4F2156-6613-4004-9B59-5568A455A244}"/>
              </a:ext>
              <a:ext uri="{C183D7F6-B498-43B3-948B-1728B52AA6E4}">
                <adec:decorative xmlns:adec="http://schemas.microsoft.com/office/drawing/2017/decorative" val="1"/>
              </a:ext>
            </a:extLst>
          </p:cNvPr>
          <p:cNvSpPr/>
          <p:nvPr/>
        </p:nvSpPr>
        <p:spPr>
          <a:xfrm rot="5400000" flipH="1">
            <a:off x="223838" y="538152"/>
            <a:ext cx="6095989" cy="654368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3462165073"/>
      </p:ext>
    </p:extLst>
  </p:cSld>
  <p:clrMapOvr>
    <a:masterClrMapping/>
  </p:clrMapOvr>
</p:sld>
</file>

<file path=ppt/theme/theme1.xml><?xml version="1.0" encoding="utf-8"?>
<a:theme xmlns:a="http://schemas.openxmlformats.org/drawingml/2006/main" name="PebbleVTI">
  <a:themeElements>
    <a:clrScheme name="Blush 3">
      <a:dk1>
        <a:sysClr val="windowText" lastClr="000000"/>
      </a:dk1>
      <a:lt1>
        <a:sysClr val="window" lastClr="FFFFFF"/>
      </a:lt1>
      <a:dk2>
        <a:srgbClr val="B15E4E"/>
      </a:dk2>
      <a:lt2>
        <a:srgbClr val="FFFFFF"/>
      </a:lt2>
      <a:accent1>
        <a:srgbClr val="C5B096"/>
      </a:accent1>
      <a:accent2>
        <a:srgbClr val="ECA855"/>
      </a:accent2>
      <a:accent3>
        <a:srgbClr val="9BBFB0"/>
      </a:accent3>
      <a:accent4>
        <a:srgbClr val="A9AEA7"/>
      </a:accent4>
      <a:accent5>
        <a:srgbClr val="6A787C"/>
      </a:accent5>
      <a:accent6>
        <a:srgbClr val="3B4345"/>
      </a:accent6>
      <a:hlink>
        <a:srgbClr val="ECA855"/>
      </a:hlink>
      <a:folHlink>
        <a:srgbClr val="6A392F"/>
      </a:folHlink>
    </a:clrScheme>
    <a:fontScheme name="Custom 4">
      <a:majorFont>
        <a:latin typeface="Sitka Subheadi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09E108-931D-49EA-88D9-2D9B8E9016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56FC496-221D-4D11-9DFD-2E47AEB2A1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F7E09F-F817-4A99-A43E-1B7B2298E82F}">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{1DE02A58-26C3-4B00-9120-34FAA51499A4}TFf63cf8f7-c4da-41ff-b354-6ca9bdbff07f134739a4_win32-c1d14c6cabbf</Template>
  <TotalTime>73</TotalTime>
  <Words>973</Words>
  <Application>Microsoft Office PowerPoint</Application>
  <PresentationFormat>Widescreen</PresentationFormat>
  <Paragraphs>133</Paragraphs>
  <Slides>22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Meiryo</vt:lpstr>
      <vt:lpstr>Arial</vt:lpstr>
      <vt:lpstr>Avenir Next LT Pro</vt:lpstr>
      <vt:lpstr>Avenir Next LT Pro Light</vt:lpstr>
      <vt:lpstr>Calibri</vt:lpstr>
      <vt:lpstr>Sitka Subheading</vt:lpstr>
      <vt:lpstr>Times New Roman</vt:lpstr>
      <vt:lpstr>PebbleVTI</vt:lpstr>
      <vt:lpstr>PHÁT TRIỂN ỨNG DỤNG MOBILE QUẢN LÝ COFFEE</vt:lpstr>
      <vt:lpstr>MỤC LỤC</vt:lpstr>
      <vt:lpstr>1- Tổng quan đề tài</vt:lpstr>
      <vt:lpstr>Introduction</vt:lpstr>
      <vt:lpstr>Mục tiêu tổng quát</vt:lpstr>
      <vt:lpstr>Phạm vi nghiên cứu</vt:lpstr>
      <vt:lpstr>2- Cơ sở lý thuyết</vt:lpstr>
      <vt:lpstr>Cơ sở lý thuyết</vt:lpstr>
      <vt:lpstr>3- Phân tích thiết kê phần mềm</vt:lpstr>
      <vt:lpstr>Thiết kế giao diện</vt:lpstr>
      <vt:lpstr>PowerPoint Presentation</vt:lpstr>
      <vt:lpstr>PowerPoint Presentation</vt:lpstr>
      <vt:lpstr>4- Triển khai ứng dụng</vt:lpstr>
      <vt:lpstr>Đăng nhập</vt:lpstr>
      <vt:lpstr>Menu sản phẩm</vt:lpstr>
      <vt:lpstr>Giỏ hàng</vt:lpstr>
      <vt:lpstr>Tài khoản </vt:lpstr>
      <vt:lpstr>Quản lý   sản phẩm</vt:lpstr>
      <vt:lpstr>Kết quả và Ý nghĩa</vt:lpstr>
      <vt:lpstr>Định hướng phát triển</vt:lpstr>
      <vt:lpstr>Đề tài “Phát triển ứng dụng mobile quản lý coffee” đã chứng minh tính cần thiết trong việc hỗ trợ các quán cà phê hiện đại. Ứng dụng không chỉ giúp quản lý menu, đơn hàng, nguyên liệu và doanh thu một cách hiệu quả, mà còn mang lại giao diện thân thiện, dễ sử dụng cho cả chủ quán, nhân viên và khách hàng. Kết quả nghiên cứu cho thấy hệ thống có tính khả thi cao, phù hợp với nhu cầu thực tế, góp phần giảm chi phí quản lý, nâng cao chất lượng dịch vụ và thúc đẩy quá trình chuyển đổi số trong ngành F&amp;B.</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 NGUYỄN</dc:creator>
  <cp:lastModifiedBy>minh vu</cp:lastModifiedBy>
  <cp:revision>2</cp:revision>
  <dcterms:created xsi:type="dcterms:W3CDTF">2026-04-19T14:51:58Z</dcterms:created>
  <dcterms:modified xsi:type="dcterms:W3CDTF">2026-04-21T03:38:33Z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